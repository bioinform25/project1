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A8B3-CE28-43FF-88D2-72F708FB24D9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2CCF3-E794-4D17-BCD1-1FA287F6BD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3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외부 데이터셋은 GSE166504인데, 진짜 생물학적 반복이 있는 마우스 간 데이터예요, 그룹당 3마리에서 8마리까지요. 근데 전체 데이터가 너무 커서, 저자가 제공한 세포타입 라벨을 이용해서 골수계 세포만 먼저 추출했습니다. Kupffer세포, 단핵구유래대식세포, 호중구 이렇게 세 종류만 골라서 23,198개 세포로 줄였어요.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2CCF3-E794-4D17-BCD1-1FA287F6BDE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71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오늘은 최근에 진행한 S100A8+ 대식세포와 MASLD 관련 후속 분석 결과를 발표하겠습니다. 원 논문은 JCI에 실린 Guan 등의 연구고요, 저희는 이 논문이 공개한 데이터를 가지고 완전히 새로운 각도의 분석을 해봤습니다. 오늘 발표는 크게 세 부분입니다 — 원래 저희가 했던 주 분석, 외부 데이터로 재검증한 부분, 그리고 최근에 진행한 후속 분석까지 코드 단위로 하나씩 다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전체 그림부터 말씀드릴게요. 원 논문의 핵심 스토리는 이겁니다 — 고지방식이로 지방세포가 죽으면, 그 신호로 간에 S100A8이라는 단백질을 발현하는 대식세포가 모이고, 이 세포들이 CCN3이라는 유전자를 억제해서 결국 CD36이 올라가고 간에 지방이 쌓인다는 겁니다. 근데 이 논문은 CD36, CCN3 이렇게 개별 유전자 경로만 bulk 데이터로 추적했어요. 저희는 여기서 질문을 하나 던졌습니다 — 이 마우스들에서 bulk RNA-seq이랑 single-cell RNA-seq을 같이 가지고 있으니까, 유전자 하나가 아니라 '간의 전체 세포 구성 자체'가 genotype에 따라 바뀌는지 볼 수 있지 않을까 하는 거였죠. 그래서 1부에서는 scRNA로 세포 시그니처를 만들어서 bulk 34개 샘플에 역투영하는 deconvolution을 했고, 2부에서는 이 방법으로 찾은 population이 다른 독립된 데이터셋에서도 재현되는지 검증했고, 3부에서는 원 논문이 스스로 '모르겠다'고 인정한 질문들을 저희가 직접 파고들었습니다. 결론부터 살짝 말씀드리면, 지방생성 유전자와 진짜 연관된 건 S100A8 서브셋이 아니라 일반 대식세포 전체였다는, 예상을 뒤집는 결과가 나왔습니다.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그럼 1부부터 시작하겠습니다. 원 논문이 쓴 데이터 그대로, GSE285614 bulk RNA-seq 34개 샘플이랑 GSE285615 scRNA-seq, WT랑 TG 각 1개 샘플을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scRNA 데이터부터 정리했습니다. 이 스크립트는 GEO에서 받은 h5 파일 두 개를 불러와서 Seurat 객체로 만드는 부분이에요. 코드가 좀 길어서 두 장으로 나눴는데, 이 앞부분은 파일을 읽고 QC 지표를 계산하는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뒷부분에서 실제로 필터링을 합니다. 세포당 유전자 수, 전체 read 수, 미토콘드리아 비율 이 세 가지 기준으로 저품질 세포를 걸러냈어요. 오른쪽 violin plot을 보시면 TG랑 WT 두 샘플 다 정상적인 분포를 보이는 걸 확인할 수 있습니다. 이 단계에서는 별다른 이상은 없었고, 그냥 표준적인 QC 절차라고 생각하시면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클러스터링입니다. 샘플이 딱 WT 1개, TG 1개뿐이라서 사실 샘플이랑 genotype이 완전히 같은 거예요. 그래서 Harmony 같은 배치보정을 쓰면 저희가 보려는 진짜 생물학적 신호까지 지워버릴 위험이 있어서, 일부러 배치보정 없이 그냥 단순하게 병합만 하고 클러스터링을 돌렸습니다.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결과적으로 28개 클러스터가 나왔고, 오른쪽 UMAP에서 보시는 것처럼 꽤 깔끔하게 나뉘었습니다. 간세포, Kupffer세포, 내피세포 같은 주요 계통 마커 22개로 대분류를 확인했고, 클러스터별 top5 마커 유전자도 뽑아서 다음 단계 라벨링 근거로 저장해뒀습니다.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스크립트가 저희 분석에서 제일 중요한 단계 중 하나예요. 여기서 28개 클러스터를 실제 세포타입 12개로 매핑합니다. 코드에서 보시는 것처럼 클러스터 번호 하나하나에 사람이 직접 마커 유전자를 대조해서 라벨을 붙였어요.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핵심 포인트입니다 — S100a8, S100a9를 발현하는 세포가 사실 두 개의 완전히 다른 세포로 갈립니다. 하나는 저희가 S100A8hi_macrophage라고 부르는, 단핵구·대식세포 계통 세포고요, 다른 하나는 그냥 성숙한 호중구예요. 오른쪽 dot plot 보시면 호중구만 Ly6g, Camp, Ltf, Ngp에 양성인 걸 보실 수 있는데, 이 둘을 구분하지 않고 그냥 'S100A8 양성 세포'로 뭉뚱그리면 저희가 보려는 population이 호중구로 오염돼 버립니다. 그래서 이 구분이 이후 모든 분석의 기초가 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scRNA에서 직접 관찰한 세포타입 구성비를 계산하는 단계입니다. WT, TG 각 샘플에서 세포타입별 비율을 세서, 이걸 나중에 bulk deconvolution 결과랑 비교할 '정답지'로 쓰려고 했어요. 결과를 보면 S100A8hi_macrophage가 TG에서 WT보다 1.46배 많게 나왔습니다. 근데 이건 샘플이 genotype당 딱 1개씩이라, 이 숫자를 얼마나 믿을 수 있는지는 나중에 다시 짚고 넘어가게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bulk 데이터로 넘어갑니다. GSE285614는 사실 두 개의 별도 xlsx 파일로 나뉘어 있어요 — 하나는 WT vs Bcl2TG 비교고, 다른 하나는 WT vs MKO(대식세포 특이적 S100a8 결손) 비교입니다. 이 코드는 두 파일에서 저자가 같이 올려둔 시료별 raw count를 뽑아내는 부분이에요.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뒷부분에서 두 파일의 유전자셋을 교집합해서 하나의 count matrix로 합칩니다. 오른쪽 표가 최종 34개 샘플의 구성인데요, 여기서 꼭 짚고 싶은 게 있습니다 — 두 파일 다 'WT' 그룹이 있는데, 이 둘은 서로 다른 시퀀싱 배치라서 절대로 같은 시료로 취급하면 안 됩니다. axis라는 컬럼으로 항상 분리해서 다뤘어요.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드디어 핵심 분석입니다, deconvolution이요. scRNA 참조가 genotype당 딱 1개체뿐이라서, 개체 간 분산을 추정해야 하는 MuSiC 같은 방법은 통계적으로 못 씁니다. 그래서 세포타입별 마커 유전자만 있으면 되는 BisqueRNA의 marker-based 방법을 선택했어요. 이 앞부분은 FindAllMarkers로 세포타입별 마커를 뽑는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뒷부분에서 실제로 34개 bulk 샘플에 이 마커 시그니처를 투영해서 상대적 세포타입 존재비 점수를 계산합니다. 오른쪽 표에서 보시는 것처럼 세포타입마다 마커 유전자 수가 5개에서 25개까지 다양한데, 이건 저희가 임의로 정한 게 아니라 알고리즘이 PC1 분산을 최대화하는 방향으로 자동으로 고른 겁니다. 다만 여기서 나온 점수는 세포타입 간 절대적인 비율이 아니라 상대적인 scale이라, 같은 세포타입을 여러 시료 간에 비교하는 데만 써야 한다는 점이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이 deconvolution 결과를 믿어도 되는지 검증하는 단계입니다. 사실 여기서 좀 흥미로운 일이 있었어요 — 04단계 scRNA ground truth는 TG에서 S100A8hi가 더 많다고 나왔는데, 06단계 deconvolution은 정반대로 WT가 더 많다고 나왔거든요. 둘 중 뭐가 맞는지 확인해야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저자가 원래 논문에서 정식으로 돌린 DESeq2 결과, 그러니까 n=5 대 n=5로 제대로 통계 검정을 한 고신뢰 데이터를 직접 열어봤습니다. S100a8, Cd68, Cd36 같은 핵심 마커 유전자들의 방향을 하나하나 대조하는 부분이 이 코드입니다.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보시면, 원저자 DESeq2는 S100a8, Cd68, Cd36 전부 WT가 TG보다 높은 방향으로 나왔어요. 이건 저희 06단계 deconvolution이랑 정확히 일치합니다. 그러니까 n=1짜리 scRNA 쌍이 개체차 때문에 우연히 반대 방향으로 나온 거고, deconvolution 쪽이 맞다고 결론 내렸습니다. 이 검증 과정이 있었기 때문에 다음 단계에서 deconvolution을 자신 있게 새로운 질문에 적용할 수 있었어요.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검증이 끝났으니 이제 진짜 새로운 질문에 적용합니다. MKO, 그러니까 대식세포 특이적으로 S100a8을 없앤 마우스는 scRNA 자체가 없어요. 그래서 방금 검증한 방법을 그대로 이 axis에 적용하는 게 이 코드입니다.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결과는— S100A8hi_macrophage든 Macrophage_Kupffer든, WT랑 MKO 사이에 유의한 차이가 없었습니다. 처음엔 좀 실망스러운 결과였는데, 저희는 이걸 그냥 숨기지 않고 정직하게 null 결과로 보고했어요. 그리고 이게 정말 '효과가 없는 건지' 아니면 '표본이 작아서 못 보는 건지'는 뒤에 11단계에서 다시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원 논문의 핵심 기전이 저희 deconvolution 결과와도 연결되는지 봤습니다. S100A8+ 대식세포가 결국 CD36을 올려서 지방을 쌓는다는 게 원 논문 얘기니까, 저희 세포타입 존재비 점수가 Cd36 같은 지방생성 유전자 발현이랑 상관관계가 있는지 34개 bulk 샘플 전체에서 계산했습니다.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여기서 예상치 못한 결과가 나왔어요. S100A8hi_macrophage 존재비는 Cd36이랑 거의 상관이 없었습니다, r값이 0.11 정도로요. 이게 사실 오늘 발표의 가장 중요한 반전의 시작점이에요 — 나중에 나오지만, S100A8hi 서브셋이 아니라 일반 Macrophage_Kupffer 전체가 지방생성 유전자랑 강하게 연관돼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원고를 쓰기 전에 저희 스스로 통계적으로 허술한 부분이 없는지 다시 점검했습니다. 이 스크립트가 그 재점검 과정이에요. 먼저 09단계 지질유전자 상관분석은 30개나 되는 검정을 했는데 다중비교 보정이 빠져 있었어서, 그 부분을 BH-FDR로 보정하는 코드입니다.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그다음으로 07, 08단계처럼 표본이 4~5개밖에 안 되는 소표본 비교에는 정규성 가정이 깨지기 쉬우니까, 비모수 검정인 Wilcoxon을 1차 지표로 삼고 Cohen's d 효과크기랑 95% 신뢰구간을 같이 병기하도록 다시 계산했습니다.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제일 중요한 부분이 이겁니다 — 08단계의 null 결과가 '진짜 효과가 없는 건지' 아니면 '표본이 작아서 못 보는 건지' 구분하기 위해서, 80% 검정력 기준으로 이 표본크기에서 최소 검출 가능한 효과크기를 계산했어요. 오른쪽 결과를 보시면 n=4, n=5에서 Cohen's d가 2.0에서 2.4는 돼야 검출이 가능합니다. 이건 굉장히 큰 효과크기거든요. 그래서 08단계 null 결과는 '효과 없음'이 아니라 '이 정도 표본으로는 큰 효과 말고는 못 본다'라고 정직하게 재해석했습니다. 이게 저희 논문의 통계적 엄밀성을 보여주는 중요한 대목이에요.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1부는 여기까지고요, 2부로 넘어가겠습니다. 여기서는 저희가 찾은 S100A8hi_macrophage라는 population이 정말 진짜인지, 아니면 이 마우스 한 쌍에서만 우연히 나온 artifact인지 독립된 외부 데이터 두 개로 검증했습니다.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추출한 골수계 세포를 가지고 독자적으로 다시 클러스터링을 했습니다. 이 코드가 그 과정이에요 — 저희가 1부에서 썼던 것과 똑같은 마커 패널로, 이번엔 완전히 다른 마우스들에서도 같은 구분이 재현되는지 보는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결과가 좀 흥미로웠습니다. 18개 클러스터가 나왔는데, S100a8 양성 세포가 하나의 뚜렷한 클러스터로 모이지 않고 여러 단핵구·대식세포 클러스터에 걸쳐서 연속적인 gradient로 나타났어요. 즉 이 population이 '있긴 있는데' 이 데이터에서는 이산적인 클러스터로 딱 떨어지지 않았다는 겁니다. 이건 나중에 왜 그런지 설명이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외부 데이터셋은 GSE156057인데, 이건 CD45라는 면역세포 마커로 정렬(sorting)까지 한 데이터예요. 식이랑 시점별로 6개 샘플이 있습니다. 이 코드는 6개 h5 파일을 QC하고 병합하는 부분이에요.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클러스터링 결과 40개나 되는 클러스터가 나왔는데, 면역세포로 미리 정렬을 해놔서 그런지 해상도가 훨씬 좋았습니다. 저희가 쓰는 마커 패널을 적용해보니까 이 중 3개 클러스터가 S100A8hi 후보 조건에 명확하게 들어맞았어요 — S100a8/9는 97~99% 양성인데 호중구 마커는 다 5% 미만인 클러스터들이요.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 그럼 이 population이 식이나 시점에 따라 어떻게 변하는지 봤습니다. 앞서 정의한 기준으로 S100A8hi, Kupffer, 호중구를 분류하고, 6개 샘플 전체에서 비율을 계산하는 코드입니다.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보시면, 서양식이(WD) 그룹에서 S100A8hi 비율이 12주, 24주까지는 표준식이보다 높았다가 36주에서는 오히려 역전됩니다. 샘플이 시점당 1개뿐이라 통계적으로 확정할 순 없지만, 방향성은 식이-의존적인 급성 반응이라는 저희 가설과 일치했어요.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두 외부 데이터셋 결과를 하나의 그림으로 합칩니다. 무거운 Seurat 객체를 다시 불러오지 않고, 이미 계산해둔 CSV들만 가지고 그림을 그리는 효율적인 방식이에요.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그림이 이겁니다. 왼쪽이 CD45+ 정렬된 GSE156057에서의 마커 프로필, 가운데가 시간에 따른 비율 변화, 오른쪽이 GSE166504에서 S100a8이 이산적 클러스터가 아니라 연속적 gradient로 나타난다는 걸 보여줍니다. 결론적으로 — 면역세포로 미리 정렬한 데이터에서는 이 population이 재현되고, whole-liver 데이터에서는 gradient로만 보인다는 겁니다. 그러니까 이 population이 가짜가 아니라, 정렬(sorting)이 이걸 잡아내는 데 핵심적인 요인이라는 뜻이에요.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여기까지가 원래 저희 논문 내용이고요. 이제 최근에 진행한 후속 분석으로 넘어가겠습니다. 원 논문의 Discussion을 다시 꼼꼼히 읽어보니까, 저자들이 스스로 '이건 아직 모른다'고 인정한 부분이 세 가지 있더라고요 — 이 세포가 어디서 왔는지(기원), 뭐가 이 세포를 유도하는지(유발인자), 그리고 이 세포가 시간이 지나면 어떻게 되는지(운명). 저희가 이미 가진 데이터로 이 세 가지를 직접 파봤습니다.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번째, 기원 문제입니다. 이 population이 순환하는 단핵구가 새로 모집된 건지, 아니면 원래 있던 세포가 국소적으로 재프로그래밍된 건지 궁금했어요. 그래서 문헌에서 확립된 단핵구-모집 마커랑 상주-Kupffer 마커로 점수를 매기는 코드를 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근데 이걸 돌리다가 sanity check 과정에서 예상 밖의 걸 발견했어요. 합쳐서 하나의 라벨로 취급했던 'Macrophage_Kupffer'가 사실 단일 집단이 아니었습니다. 그래서 이 부분에서 원래 4개였던 서브클러스터를 다시 쪼개서 각각 확인하는 코드로 발전시켰습니다.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결과인데요, 정말 흥미롭습니다. 원래 하나로 뭉쳐 있던 Macrophage_Kupffer 중에서, 클러스터18은 진짜 상주 Kupffer세포였고 — Clec4f 99.7%, Ccr2는 7%밖에 안 됐어요 — 클러스터5랑 11, 그러니까 전체의 67%는 오히려 Ccr2가 74~78%나 되는, 단핵구유래로 보이는 세포들이었습니다. 그리고 정작 저희가 관심 있던 S100A8hi_macrophage는 이 둘 중 어느 쪽 시그니처도 갖고 있지 않았어요. 이건 저희가 이미 발행한 논문의 Discussion 문장 하나를 실제로 고치게 만든 발견이었습니다.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기원 관련 발견이 다른 데이터셋에서도 일관되는지 검증했습니다. 이 코드는 같은 시그니처를 GSE156057과 GSE166504 두 데이터셋에 각각 적용하는 부분이에요.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GSE156057 쪽 코드가 이어집니다. 여기서도 Kupffer 라벨을 세분화해서 같은 패턴이 재현되는지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그리고 GSE166504는 discrete 클러스터가 없으니까, 클러스터 평균값끼리 상관분석을 하는 방식으로 바꿔서 적용한 부분이 여기예요.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보면, GSE166504에서는 상주-Kupffer 점수가 S100a8 gradient랑 약한 음의 상관(rho=-0.47, p=0.05)을 보였어요. 완벽하게 깔끔하진 않지만, 방향은 저희 1차 발견이랑 부분적으로 일치했습니다.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질문, 유발인자입니다. 원 논문 Discussion에 'C/EBP나 AP-1이라는 전사인자를 테스트해보면 흥미로울 것'이라고 써 있는데, 실제로 테스트는 안 했더라고요. 그래서 저희가 직접 해봤습니다. 원래는 decoupleR이라는 패키지로 정식 전사인자 활성도 추론을 하려고 했는데, 이 부분이 그 시도입니다.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근데 이게 OmnipathR이라는 의존 패키지의 버그로 계속 실패했어요. GitHub 최신 개발버전까지 다 설치해봤는데도 안 되길래, 공식 이슈 트래커를 확인해보니까 이게 저희만의 문제가 아니라 이미 보고된 미해결 버그였습니다. 그래서 대안을 찾은 부분이 여기예요.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대안으로 전사인자 자체의 mRNA 발현을 대리지표로 썼습니다. C/EBP 계열이랑 AP-1 계열 유전자들의 발현을 bulk 샘플이랑 scRNA 양쪽에서 확인하는 코드입니다.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결과는 이렇습니다 — 9개 전사인자 유전자 중에 통계적으로 유의한 게 하나도 없었어요. 심지어 Cebpa는, 문헌상 대식세포 염증 유도에 제일 중요하다는 그 유전자인데, 오히려 S100A8hi에서 가장 낮게 나왔습니다 (4.4%). 'C/EBP가 열쇠일 것'이라는 가설과는 정반대 방향이었던 거죠. 이것도 정직하게 null 결과로 보고했습니다.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질문, 운명입니다. 이 세포가 시간이 지나면서 Kupffer나 LAM 같은 성숙한 상태로 변하는 건지, 아니면 독립적인 상태로 계속 남아있는 건지 봤어요. 첫 번째 방법은 GSE156057의 시계열 데이터로 시간에 따른 비율 변화 추세를 보는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방법이 좀 더 정교한데요, 4개의 정제된 그룹만으로 새로 PCA를 만들어서, 각 세포의 최근접이웃 30개가 어느 그룹에 속하는지 계산하는 코드입니다. 만약 S100A8hi가 다른 그룹으로 변해가는 중이라면, 이웃 중에 다른 그룹 세포가 꽤 섞여 있어야겠죠.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결과가 아주 명확했습니다. S100A8hi_macrophage는 이웃의 96.2%가 자기 자신과 같은 그룹이었어요 — 완전히 고립된 독립적인 상태라는 뜻입니다. 반면에 진짜 상주 Kupffer랑 단핵구유래 그룹은 서로 7.3%, 2.6% 정도 섞여 있었는데, 이건 문헌에 이미 알려진 단핵구가 Kupffer로 분화하는 연속적인 과정과 정확히 일치합니다. 그러니까 S100A8hi는 이 익숙한 분화 경로 위에 있는 한 지점이 아니라, 완전히 별개의 상태라는 거죠.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 원래 저희 논문의 핵심 발견은, 지방생성 유전자와 상관된 게 S100A8hi 서브셋이 아니라 일반 대식세포·Kupffer 총량이었다는 겁니다. 외부 데이터로도 이 population 자체는 재현이 됐고요, MKO 그룹의 null 결과는 효과가 없는 게 아니라 표본크기 문제라는 것도 통계적으로 확인했습니다. 그리고 이번 후속 분석에서는, 그동안 하나로 뭉뚱그렸던 'Macrophage_Kupffer' 라벨 안에 사실 진짜 상주세포랑 단핵구유래 세포가 섞여 있었다는 걸 발견했고, S100A8hi_macrophage는 고전적인 단핵구 모집 경로도, C/EBP·AP-1 유도 경로도, 익숙한 분화 궤적도 아닌, 아직 이름이 붙지 않은 독립적인 급성 반응 상태에 가깝다는 결론을 얻었습니다. 발표는 여기까지입니다, 질문 있으시면 편하게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bioinform25/project1/blob/main/results/02_cluster_top5_markers.csv" TargetMode="Externa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bioinform25/project1/blob/main/results/03_celltype_counts_by_genotype.csv" TargetMode="External"/><Relationship Id="rId4" Type="http://schemas.openxmlformats.org/officeDocument/2006/relationships/hyperlink" Target="https://github.com/bioinform25/project1/blob/main/results/04_ground_truth_TGvsWT_ratio.csv" TargetMode="External"/><Relationship Id="rId5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bioinform25/project1/blob/main/results/05_bulk_sample_metadata.csv" TargetMode="Externa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bioinform25/project1/blob/main/results/06_deconvolution_props.csv" TargetMode="External"/><Relationship Id="rId3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bioinform25/project1/blob/main/external_validation/results/gse156057_cluster_top5.csv" TargetMode="Externa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bioinform25/project1/blob/main/external_validation/results/gse156057_pct_expr_by_cluster.csv" TargetMode="Externa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000000"/>
                </a:solidFill>
                <a:latin typeface="Arial"/>
              </a:rPr>
              <a:t>S100A8+ Macrophage &amp; MASLD: Full Code Walkthrough</a:t>
            </a:r>
          </a:p>
          <a:p>
            <a:pPr>
              <a:spcBef>
                <a:spcPts val="1600"/>
              </a:spcBef>
            </a:pPr>
            <a:r>
              <a:rPr sz="180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-Informed Deconvolution + Origin/Trigger/Fate Follow-up (GSE285614 + GSE285615)</a:t>
            </a:r>
          </a:p>
          <a:p>
            <a:pPr>
              <a:spcBef>
                <a:spcPts val="1000"/>
              </a:spcBef>
            </a:pPr>
            <a:r>
              <a:rPr sz="1300" b="0" i="0" dirty="0">
                <a:solidFill>
                  <a:srgbClr val="000000"/>
                </a:solidFill>
                <a:latin typeface="Arial"/>
              </a:rPr>
              <a:t>bioinform25/project1  |  Source paper: Guan et al., J Clin Invest 2025;135(21):e190635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Overall Study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원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논문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(Guan et al., JCI 2025):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지방세포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사멸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S100A8+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대식세포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CCN3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억제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CD36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상승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간세포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지방축적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MASLD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진행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(CD36/CCN3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단일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경로를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bulk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DEG로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추적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질문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같은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마우스의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bulk(GSE285614, 34샘플, 2개 genotype a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xis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)와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(GSE285615, WT/TG 각 1개)를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결합해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세포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구성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자체가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genotype에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따라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바뀌는지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500" dirty="0">
                <a:solidFill>
                  <a:srgbClr val="000000"/>
                </a:solidFill>
                <a:latin typeface="Arial"/>
              </a:rPr>
              <a:t>확인할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수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있지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않을까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?</a:t>
            </a:r>
          </a:p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- 1부 (scripts/01-11):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처리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marker-based deconvolution(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BisqueRNA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) -&gt; axis-1(WT/TG)로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검증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axis-2(MKO)에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적용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지방생성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상관분석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-&gt;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통계적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500" dirty="0">
                <a:solidFill>
                  <a:srgbClr val="000000"/>
                </a:solidFill>
                <a:latin typeface="Arial"/>
              </a:rPr>
              <a:t>유의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성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재점검</a:t>
            </a:r>
            <a:endParaRPr sz="15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- 2부 (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external_validation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/01-05):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독립된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외부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데이터셋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2개(GSE156057 CD45+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정렬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, GSE166504 whole-liver)로 S100A8hi_macrophage population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자체의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재현성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검증</a:t>
            </a:r>
            <a:endParaRPr sz="15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- 3부 (scripts/13-15,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external_validation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/06): 원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논문이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명시적으로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미해결로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남긴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3가지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질문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(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기원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유발인자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운명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)을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같은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데이터로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후속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분석</a:t>
            </a:r>
            <a:endParaRPr sz="15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500" b="0" i="0" dirty="0">
                <a:solidFill>
                  <a:srgbClr val="000000"/>
                </a:solidFill>
                <a:latin typeface="Arial"/>
              </a:rPr>
              <a:t>-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핵심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발견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지방생성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유전자와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상관된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것은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S100A8hi </a:t>
            </a:r>
            <a:r>
              <a:rPr lang="en-US" sz="1500" dirty="0" err="1">
                <a:solidFill>
                  <a:srgbClr val="000000"/>
                </a:solidFill>
                <a:latin typeface="Arial"/>
              </a:rPr>
              <a:t>subset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이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일반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macrophage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/Kupffer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총량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--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그리고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그 "Kupffer"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안에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숨어있던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이질성을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후속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분석에서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발견</a:t>
            </a:r>
            <a:endParaRPr sz="15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i="0" dirty="0">
                <a:solidFill>
                  <a:srgbClr val="000000"/>
                </a:solidFill>
                <a:latin typeface="Arial"/>
              </a:rPr>
              <a:t>Part 1 — Primary Analysis</a:t>
            </a:r>
          </a:p>
          <a:p>
            <a:pPr>
              <a:spcBef>
                <a:spcPts val="1000"/>
              </a:spcBef>
            </a:pPr>
            <a:r>
              <a:rPr sz="1600" b="0" i="0" dirty="0">
                <a:solidFill>
                  <a:srgbClr val="000000"/>
                </a:solidFill>
                <a:latin typeface="Arial"/>
              </a:rPr>
              <a:t>GSE285614 (bulk RNA-seq, 34 samples) + GSE285615 (</a:t>
            </a:r>
            <a:r>
              <a:rPr sz="160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600" b="0" i="0" dirty="0">
                <a:solidFill>
                  <a:srgbClr val="000000"/>
                </a:solidFill>
                <a:latin typeface="Arial"/>
              </a:rPr>
              <a:t>-seq, WT vs TG)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01_scRNA_qc.R — Load &amp; QC-filter GSE285615 scRNA-seq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01_scRNA_qc.R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GSE285615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-seq (WT, TG 각 1개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샘플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전체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조직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10x) QC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00_setup.R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scrna_qc_list.rds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(QC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통과한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WT/TG Seurat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객체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리스트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병합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전)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mats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WT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Read10X_h5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data_dir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"GSM8705804_WT_filtered_feature_bc_matrix.h5"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TG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Read10X_h5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data_dir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"GSM8705805_TG_filtered_feature_bc_matrix.h5"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(mats),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sample_name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obj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CreateSeuratObject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counts = mats[[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sample_name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project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sample_name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min.cells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3,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min.features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200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obj$genotype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sample_name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obj[[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"percent.mt"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PercentageFeatureSet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pattern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"^mt-"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obj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(mats)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pre_qc_counts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"QC 전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수: 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pre_qc_counts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pre_qc_counts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"="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collapse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qc_vln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VlnPlot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merge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[[1]],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[[2]]),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features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nFeature_RNA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nCount_RNA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"percent.mt"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group.by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orig.ident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3,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pt.size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"01_qc_violin_prefilter.png"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qc_vln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10, height = 4,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조직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whole-tissue 10x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QC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컷오프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: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간세포는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미토콘드리아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비중이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높은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편이라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25%까지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허용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nFeature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상한은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doublet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배제용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하한은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empty droplet/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저품질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배제용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qc_filtered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seurat_list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subset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nFeature_RNA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&gt; 200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nFeature_RNA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&lt; 6000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nCount_RNA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&lt; 30000 &amp; percent.mt &lt; 25)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post_qc_counts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qc_filtered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"QC 후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수: 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post_qc_counts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post_qc_counts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sep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"="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collapse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0000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GSE285615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의 WT_HFD, TG_HFD 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h5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(GSM8705804, GSM8705805)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유효한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세포만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남기기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nFeature_RNA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(200~6000),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nCount_RNA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(&lt;30000), percent.mt(&lt;25%)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QC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필터링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간세포는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미토콘드리아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비중이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자연히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높아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mt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컷오프를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25%까지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넉넉히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잡았다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01_scRNA_qc.R — Load &amp; QC-filter GSE285615 </a:t>
            </a:r>
            <a:r>
              <a:rPr sz="2000" b="1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-seq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13716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qc_summary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sample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pre_qc_counts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n_cells_prefilter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pre_qc_counts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n_cells_postfilter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post_qc_counts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qc_summary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"01_qc_summary.csv"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qc_filtered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scrna_qc_list.rds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0000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GSE285615의 WT_HFD, TG_HFD 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h5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(GSM8705804, GSM8705805)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유효한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남기기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nFeature_RNA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(200~6000),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nCount_RNA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(&lt;30000), percent.mt(&lt;25%)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QC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필터링을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간세포는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미토콘드리아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비중이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자연히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높아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mt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컷오프를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25%까지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넉넉히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잡았다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01_qc_violin_pre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53" y="2793238"/>
            <a:ext cx="6836413" cy="2734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9144" y="5880912"/>
            <a:ext cx="4553712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필터링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전/후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세포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수와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QC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nFeature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nCount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/percent.mt)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분포를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violin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plot으로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확인해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두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모두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정상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범위임을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검증했다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02_scRNA_cluster_annotate.R — Cluster &amp; annotate major lineages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02_scRNA_cluster_annotate.R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01_scRNA_qc.R (results/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scrna_qc_list.rds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scrna_annotated.rds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클러스터링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+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라벨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부여된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병합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Seurat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객체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주의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: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샘플이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WT 1개, TG 1개뿐이라 sample ==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genotype이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완전히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confound됨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Harmony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등으로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샘플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배치보정을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하면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우리가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정량하려는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바로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그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생물학적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신호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(WT-&gt;TG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대식세포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구성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변화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까지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지워버릴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위험이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있어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여기서는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배치보정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없이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단순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병합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공동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클러스터링만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수행한다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주요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간세포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vs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대식세포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vs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내피세포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등)의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발현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차이가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이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정도의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배치효과보다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훨씬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크므로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클러스터링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자체는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안정적일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것으로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qc_list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scrna_qc_list.rds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merge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[[1]],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[[2]],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add.cell.ids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qc_list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JoinLayers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NormalizeData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FindVariableFeatures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nfeatures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2000)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ScaleData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RunPCA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npcs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FindNeighbors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FindClusters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resolution = 0.8)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RunUMAP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p_umap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reduction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umap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label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"Clusters (res=0.8)"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p_umap_geno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reduction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umap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group.by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"genotype"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"02_umap_clusters.png"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p_umap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6,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"02_umap_by_genotype.png"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p_umap_geno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6,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조직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canonical marker (major lineage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구분용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canonical_markers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"Alb"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"Apoa1"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Ttr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"Cyp2e1"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Hepatocyte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"Csf1r"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"Adgre1"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"Cd68"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Kupffer/Macrophage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"Ly6g"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Neutrophil / S100A8-hi myeloid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"Ly6c2"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"Ccr2"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Monocyte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"Pecam1"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"Stab2"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"Clec4g"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LSEC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Dcn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"Colec11"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Pdgfrb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Stellate cell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"Cd3e"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"Cd3d"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T cell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"Cd79a"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"Ms4a1"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B cell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"Ncr1"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"Klrb1c"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         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NK cell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"Krt19"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Epcam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                           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# Cholangiocyte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canonical_markers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canonical_markers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p_dot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DotPlot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features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canonical_markers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RotatedAxis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axis.text.x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(size = 8))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"02_marker_dotplot.png"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p_dot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12, height = 6,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203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QC를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통과한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WT/TG Seurat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객체를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뒤(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=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genotype이라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배치보정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없이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단순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), PCA(30개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성분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 -&gt;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FindNeighbors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-&gt; FindClusters(resolution=0.8) -&gt; UMAP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비지도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150" b="0" i="0" dirty="0">
                <a:solidFill>
                  <a:srgbClr val="000000"/>
                </a:solidFill>
                <a:latin typeface="Arial"/>
              </a:rPr>
              <a:t>clustering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간세포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/Kupffer/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호중구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단핵구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/LSEC/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성상세포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등 22개 canonical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각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대분류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계통을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확인했다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02_scRNA_cluster_annotate.R — Cluster &amp; annotate major lineages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154741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cluster_markers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FindAllMarkers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only.pos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min.pct = 0.25,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logfc.threshold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0.5)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cluster_markers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"02_cluster_markers.csv"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top5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cluster_markers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%&gt;%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(cluster) %&gt;%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slice_max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(avg_log2FC, n = 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(top5,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"02_cluster_top5_markers.csv"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cluster_sizes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merged$seurat_clusters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merged$genotype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as.data.frame.matrix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cluster_sizes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"02_cluster_sizes_by_genotype.csv"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(merged,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scrna_clustered_unannotated.rds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클러스터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수: 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unique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merged$seurat_clusters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(top5, n = 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203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QC를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통과한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WT/TG Seurat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객체를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뒤(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=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genotype이라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배치보정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없이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단순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), PCA(30개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성분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 -&gt;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FindNeighbors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-&gt; FindClusters(resolution=0.8) -&gt; UMAP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비지도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150" b="0" i="0" dirty="0">
                <a:solidFill>
                  <a:srgbClr val="000000"/>
                </a:solidFill>
                <a:latin typeface="Arial"/>
              </a:rPr>
              <a:t>clustering.</a:t>
            </a: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간세포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/Kupffer/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호중구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단핵구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/LSEC/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성상세포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등 22개 canonical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각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대분류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계통을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확인했다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02_uma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98" y="2507530"/>
            <a:ext cx="5230764" cy="4358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2458713"/>
            <a:ext cx="4553712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28개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나왔고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FindAllMarkers로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top5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유전자를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뽑아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cell</a:t>
            </a:r>
            <a:r>
              <a:rPr lang="ko-KR" altLang="en-US" sz="105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Arial"/>
              </a:rPr>
              <a:t>type</a:t>
            </a:r>
            <a:r>
              <a:rPr lang="ko-KR" altLang="en-US" sz="105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Arial"/>
              </a:rPr>
              <a:t>labeling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1050" b="0" i="0" dirty="0">
                <a:solidFill>
                  <a:srgbClr val="000000"/>
                </a:solidFill>
                <a:latin typeface="Arial"/>
              </a:rPr>
              <a:t>0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3단계)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에 활용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03_scRNA_annotate_finalize.R — Identify S100A8hi_macrophage vs Neutrophil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5214908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03_scRNA_annotate_finalize.R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02_scRNA_cluster_annotate.R (results/scrna_clustered_unannotated.rds,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results/02_cluster_top5_markers.csv)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results/scrna_annotated.rds (cell_type 라벨 부여, 저품질/모호 클러스터 제외)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클러스터 0.8 해상도 결과, 골수계(myeloid) 세부 클러스터가 이미 잘 분리되어 있어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별도의 myeloid subclustering 없이 바로 라벨링 가능함을 확인했다 (S100a8/S100a9/Ly6g/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Csf1r/Adgre1/Clec4f/Trem2/Gpnmb 발현을 클러스터별로 직접 조회, check 스크립트는 1회성이라 삭제).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핵심 발견: 클러스터 12(S100a8/9 ~94% 양성, Ly6g ~5%, Csf1r 23%, Cd68 18%)가 논문이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말하는 "S100A8+ macrophage"에 해당하는 단핵구-유래 염증성 골수계 세포이고, 클러스터 23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(S100a8/9 100%, Ly6g 88%, Camp/Ltf/Ngp/Mpo 모두 양성)은 완전히 별개인 성숙 호중구다.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이 둘을 구분하지 않으면 핵심 population이 호중구에 오염된다.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"scrna_clustered_unannotated.rds"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cluster -&gt; cell_type 매핑. 근거: 02 단계 FindAllMarkers top5 (results/02_cluster_top5_markers.csv)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+ S100a8/S100a9/Adgre1/Csf1r/Clec4f/Ly6g/Trem2/Gpnmb/Cd68/Lyz2/Mpo/Camp/Ltf/Ngp 클러스터별 발현.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cluster_to_celltype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"Hepatocyte"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Sds, Etnppl, Serpina1e, Hal (periportal)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"Endothelial"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Lyve1, Mmrn2, Cldn5 (LSEC)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"Hepatocyte"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Acaa1b, Rgn, Fitm1 (pericentral)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Pax5, Ebf1, Cd79a, Ms4a1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"Endothelial"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Fabp4, Cyyr1 (capillarized LSEC)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Gpnmb, Trem2, Cx3cr1 (lipid-associated macrophage, S100a8/9 낮음)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"6"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"Hepatocyte"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Mup17, Cyp2c37/29, Lect2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"7"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Lef1, Tcf7, Il7r (naive)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"Exclude_lowQC"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Gm42418/mt-Nd2/mt-Atp6 (ambient/저품질)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Tcrg-C2, Trgv2 (gamma-delta)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Vsig4, Clec4f, Folr2 (resident Kupffer, S100a8/9 낮음)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Ace, Krt80, Csf1r 97%/Cd68 83% (S100a8/9 낮음)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Il1f9/Acod1/Il1r2 + S100a8 94%/S100a9 94%, Ly6g 5% -&gt; 핵심 population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"Dendritic_cell"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Xcr1 (cDC1)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"Dendritic_cell"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Cd209a, Flt3 (cDC2)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"Dendritic_cell"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Siglech (pDC)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"16"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"Cholangiocyte"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Nipal2, Dab1, epithelial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"17"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"NK_cell"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Ncr1, Klra4/9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Clec4f 100%, Adgre1 95% (core resident Kupffer, S100a8/9 낮음)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Gzmk, Pdcd1, Cd8a (CD8 activated)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"Hepatocyte"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Apob, F2, Mug1 (acute phase)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"Stellate_Fibroblast"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Rspo3, Wnt9b, Bmp4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"Exclude_ambiguous"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Pbk/Cdkn3/Cdc20/Ccnb1 (cell-cycle only, lineage 불명확)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Ly6g 88%, Camp/Ltf/Ngp/Mpo -- S100A8hi_macrophage와 별개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"Endothelial"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Vwf, Gja5 (large vessel)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Vpreb3, Fcrl1, Siglecg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"26"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"Stellate_Fibroblast"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Col6a1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"27"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"Mast_cell"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            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Fcer1a, Ms4a2, Cpa3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28894" y="1190677"/>
            <a:ext cx="5912586" cy="186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  <a:hlinkClick r:id="rId2"/>
              </a:rPr>
              <a:t>https://github.com/bioinform25/project1/blob/main/results/02_cluster_top5_markers.csv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 </a:t>
            </a:r>
            <a:endParaRPr sz="11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7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B72525-A5DF-0AD8-6E77-63339E488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668" y="1615332"/>
            <a:ext cx="6611332" cy="49584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03_scRNA_annotate_finalize.R — Identify S100A8hi_macrophage vs Neutrophil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57432" cy="796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02단계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top5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(results/02_cluster_top5_markers.csv)와 S100a8/S100a9/Ly6g/Csf1r/Adgre1/Clec4f/Trem2/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Gpnmb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등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비율을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클러스터별로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대조하는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28개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12개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세포타입으로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매핑했다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핵심적으로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S100a8/S100a9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양성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세포가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단핵구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/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대식세포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계통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(클러스터12)과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성숙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lang="en-US" sz="115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neutrophil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(클러스터23) 두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개로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분리됨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확인했다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03_confirm_s100a8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27" y="2076660"/>
            <a:ext cx="9598466" cy="42659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226" y="6453065"/>
            <a:ext cx="10946499" cy="169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S100A8hi_macrophage(Ly6g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음성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)와 Neutrophil(Ly6g/Camp/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Ltf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Ngp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양성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)이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명확히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분리됨을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dot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plot으로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검증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-- 이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둘을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구분하지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않으면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핵심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population이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호중구에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오염된다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04_scRNA_ground_truth_props.R — scRNA-observed cell-type proportions (ground truth)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5730240" cy="4384878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04_scRNA_ground_truth_props.R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03_scRNA_annotate_finalize.R (results/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scrna_annotated.rds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results/04_ground_truth_proportions.csv, figures/04_ground_truth_barplot.png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WT/TG 각 1개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샘플의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scRNA에서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직접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관찰한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구성비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이후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07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단계에서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axis-1(WT vs TG) bulk deconvolution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추정치와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대조할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"ground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truth"로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사용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annotated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scrna_annotated.rds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annotated@meta.data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count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n_total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(n), proportion = n /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n_total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(props,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"04_ground_truth_proportions.csv"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wide = props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proportion)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pivot_wider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names_from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genotype,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values_from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proportion)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TG_over_WT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TG / WT)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desc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TG_over_WT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(wide,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"04_ground_truth_TGvsWT_ratio.csv"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"WT-&gt;TG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구성비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변화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(TG/WT ratio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내림차순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):"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(wide, n = 20)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p_bar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(props,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reorder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-proportion), y = proportion, fill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(position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"dodge"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coord_flip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NULL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"Proportion of cells"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title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-observed cell-type composition, WT vs TG (ground truth)"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"04_ground_truth_barplot.png"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p_bar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8,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s100a8_row = wide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 proportion: WT=%.3f%%, TG=%.3f%%, TG/WT fold=%.2f"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100 * s100a8_row$WT, 100 * s100a8_row$TG, s100a8_row$TG_over_WT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1335" y="978974"/>
            <a:ext cx="5707846" cy="796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03단계에서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라벨링된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scrna_annotated.rds에서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WT/TG 각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세포타입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구성비를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genotype x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cell_type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proportion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표를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만들고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TG/WT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배율을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계산했다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이건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이후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07단계에서 bulk deconvolution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추정치와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대조할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"ground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truth"로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쓰인다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04_ground_truth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346" y="1984760"/>
            <a:ext cx="6040027" cy="3775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81335" y="5989320"/>
            <a:ext cx="5790706" cy="541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scRNA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기준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S100A8hi_macrophage는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TG가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WT보다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1.46배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많았다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.</a:t>
            </a:r>
          </a:p>
          <a:p>
            <a:pPr>
              <a:lnSpc>
                <a:spcPct val="115000"/>
              </a:lnSpc>
            </a:pP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다만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genotype당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n=1이라, 07단계에서 이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방향이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실제로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신뢰할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수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있는지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재검증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했다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0E8AB-4F45-A838-FF41-FB2A080796D9}"/>
              </a:ext>
            </a:extLst>
          </p:cNvPr>
          <p:cNvSpPr txBox="1"/>
          <p:nvPr/>
        </p:nvSpPr>
        <p:spPr>
          <a:xfrm>
            <a:off x="365760" y="5573138"/>
            <a:ext cx="6072747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  <a:hlinkClick r:id="rId3"/>
              </a:rPr>
              <a:t>https://github.com/bioinform25/project1/blob/main/results/03_celltype_counts_by_genotype.csv</a:t>
            </a:r>
            <a:r>
              <a:rPr lang="en-US" sz="105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  <a:hlinkClick r:id="rId4"/>
              </a:rPr>
              <a:t>https://github.com/bioinform25/project1/blob/main/results/04_ground_truth_TGvsWT_ratio.csv</a:t>
            </a:r>
            <a:r>
              <a:rPr lang="en-US" sz="1050" dirty="0">
                <a:solidFill>
                  <a:srgbClr val="000000"/>
                </a:solidFill>
                <a:latin typeface="Arial"/>
              </a:rPr>
              <a:t> 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05_bulk_load_merge.R — Parse &amp; merge the two bulk RNA-seq axes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05_bulk_load_merge.R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00_setup.R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bulk_counts.rds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(list(counts=gene x 34 sample raw count matrix, meta=sample metadata))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GSE285614는 두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개의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별도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DESeq2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비교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xlsx로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나뉘어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있고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각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xlsx의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시료별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raw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count가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통계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요약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컬럼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(log2FoldChange 등)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옆에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같이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들어있다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(GEO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제출자가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원본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count를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같이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올림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axis 1(HFD_TG_vs_WT.xlsx)과 axis 2(MKO_HFD_vs_WT_HFD.xlsx)는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서로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다른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시퀀싱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배치이며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두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파일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모두에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"WT"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시료가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있지만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실험적으로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다른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리터메이트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대조군이므로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genotype과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axis를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분리해서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기록한다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같은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배치로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착각해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풀링하지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않기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위함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parse_bulk_xlsx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(path,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axis_label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read_excel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(path)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meta_cols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"ENSEMBL"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"SYMBOL"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"ENTREZID"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baseMean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"log2FoldChange"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      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lfcSE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"stat"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pvalue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padj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GSEArank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setdiff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(d),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(d)[1],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meta_cols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counts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(d[,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(counts)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NULL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counts$SYMBOL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d$SYMBOL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counts = counts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(!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is.na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(SYMBOL), SYMBOL !=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(SYMBOL)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summarise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across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\(x)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(x, na.rm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 .groups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"drop"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count_mat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as.matrix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(counts[,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count_mat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counts$SYMBOL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(counts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count_mat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samples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sample_cols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axis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axis_label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axis1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parse_bulk_xlsx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data_dir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"GSE285614_HFD_TG_vs_WT.xlsx"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adipocyte_death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axis2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parse_bulk_xlsx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data_dir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"GSE285614_MKO_HFD_vs_WT_HFD.xlsx"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macrophage_KO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"axis1: %d genes x %d samples / axis2: %d genes x %d samples"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    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(axis1$counts),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(axis1$counts),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(axis2$counts),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(axis2$counts)))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common_genes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(axis1$counts),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(axis2$counts))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"두 axis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공통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유전자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: %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d개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common_genes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counts_all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cbind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(axis1$counts[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common_genes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], axis2$counts[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common_genes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stopifnot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counts_all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== 34)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814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GSE285614의 두 xlsx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(HFD_TG_vs_WT.xlsx, MKO_HFD_vs_WT_HFD.xlsx)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저자가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함께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올려둔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시료별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raw count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컬럼만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추출해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심볼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기준으로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합치는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axis1(WT vs Bcl2TG)과 axis2(WT vs MKO) 34개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하나의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count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matrix로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axis는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서로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시퀀싱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배치이므로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genotype/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axis를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분리해서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기록하고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절대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풀링하지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않았다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  <a:hlinkClick r:id="rId2"/>
              </a:rPr>
              <a:t>https://github.com/bioinform25/project1/blob/main/results/05_bulk_sample_metadata.csv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 </a:t>
            </a:r>
            <a:endParaRPr sz="11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05_bulk_load_merge.R — Parse &amp; merge the two bulk RNA-seq axes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샘플명 -&gt; genotype/diet/axis 메타데이터 파싱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parse_sample_name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(s, axis)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"adipocyte_death"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grepl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"^HFD"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s),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genotype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grepl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s),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"Bcl2TG"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}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grepl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s),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genotype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grepl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"^MKO"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s),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 = s, axis = axis, genotype = genotype, diet = diet)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(axis1$samples, parse_sample_name, axis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"adipocyte_death"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(axis2$samples, parse_sample_name, axis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meta$group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(meta$axis, meta$genotype, meta$diet, sep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(meta) = meta$sample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meta[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(counts_all), 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stopifnot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identical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(counts_all)))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(meta$axis, meta$genotype, meta$diet))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 = counts_all, meta = meta),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"bulk_counts.rds"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"05_bulk_sample_metadata.csv"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GSE285614의 두 xlsx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(HFD_TG_vs_WT.xlsx, MKO_HFD_vs_WT_HFD.xlsx)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저자가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함께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올려둔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시료별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raw count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컬럼만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추출해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심볼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기준으로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합치는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axis1(WT vs Bcl2TG)과 axis2(WT vs MKO) 34개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하나의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count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matrix로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axis는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서로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시퀀싱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배치이므로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genotype/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axis를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분리해서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기록하고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절대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풀링하지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않았다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2359152"/>
          <a:ext cx="4553712" cy="3575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8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axis</a:t>
                      </a:r>
                    </a:p>
                  </a:txBody>
                  <a:tcPr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genotype</a:t>
                      </a:r>
                    </a:p>
                  </a:txBody>
                  <a:tcPr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diet</a:t>
                      </a:r>
                    </a:p>
                  </a:txBody>
                  <a:tcPr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adipocyte_death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Chow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 dirty="0" err="1">
                          <a:solidFill>
                            <a:srgbClr val="000000"/>
                          </a:solidFill>
                          <a:latin typeface="Arial"/>
                        </a:rPr>
                        <a:t>adipocyte_death</a:t>
                      </a:r>
                      <a:endParaRPr sz="950" b="0" i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Bcl2TG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Chow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adipocyte_death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HFD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adipocyte_death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Bcl2TG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HFD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macrophage_KO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Chow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macrophage_KO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MKO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Chow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macrophage_KO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HFD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macrophage_KO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MKO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HFD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69480" y="598932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34개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샘플의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최종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axis x genotype x diet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구성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 12,505개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공통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유전자로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두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xlsx의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유전자셋을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교집합해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하나의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count matrix(results/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bulk_counts.rds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저장했다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06_deconvolution.R — Marker-based deconvolution (BisqueRNA)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06_deconvolution.R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03_scRNA_annotate_finalize.R (results/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scrna_annotated.rds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          05_bulk_load_merge.R (results/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bulk_counts.rds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results/06_deconvolution_props.csv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x sample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상대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abundance score, 34개 bulk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시료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전체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reference가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genotype당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1개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샘플뿐이라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subject-variance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방법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MuSiC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Bisque의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ReferenceBasedDecomposition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)은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부적절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-&gt;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BisqueRNA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::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MarkerBasedDecomposition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마커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유전자</a:t>
            </a:r>
            <a:endParaRPr sz="650" b="0" i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집합의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첫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PC를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상대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abundance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score로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사용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cross-subject variance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불필요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사용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주의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: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결과값은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절대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비율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합이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1)이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아니라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상대적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scale의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PCA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score다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같은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시료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간(WT vs TG, WT vs MKO)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으로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비교하는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데는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유효하지만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간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절대적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크기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비교에는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쓸 수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없다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annotated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scrna_annotated.rds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bulk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bulk_counts.rds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Idents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(annotated)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annotated$cell_type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FindAllMarkers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(annotated,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only.pos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min.pct = 0.25,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logfc.threshold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0.5)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(cluster,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p_val_adj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desc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(avg_log2FC))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(cluster, gene, avg_log2FC,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p_val_adj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"06_celltype_markers.csv"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"%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d개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세포타입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세포타입당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마커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유전자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수:"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unique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ct_markers$cluster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ct_markers$cluster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bulk: raw count -&gt; CPM -&gt; log2(CPM+1). PCA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기반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방법이라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분산안정화를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위해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log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스케일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사용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lib_size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colSums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bulk$counts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cpm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sweep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bulk$counts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2,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lib_size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"/"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* 1e6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logcpm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log2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cpm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+ 1)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overlap_genes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logcpm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unique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ct_markers$gene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"bulk-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scRNA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마커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유전자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교집합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: %d / %d"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overlap_genes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unique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ct_markers$gene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bulk_eset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Biobase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::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ExpressionSet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assayData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as.matrix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logcpm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decon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MarkerBasedDecomposition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bulk.eset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bulk_eset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markers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ct_col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"cluster"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gene_col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"gene"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weighted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w_col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"avg_log2FC"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min_gene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5,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max_gene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100,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unique_markers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verbose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203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참조가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genotype당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n=1이라 subject-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variance가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필요한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MuSiC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/Bisque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ReferenceBasedDecomposition은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부적절하다고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판단해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FindAllMarkers로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뽑은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세포타입별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집합을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bulk의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log2(CPM+1)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발현값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투영하는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BisqueRNA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::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MarkerBasedDecomposition을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사용해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34개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전체의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상대적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세포타입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존재비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점수를</a:t>
            </a:r>
            <a:r>
              <a:rPr sz="11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산출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06_deconvolution.R — Marker-based deconvolution (BisqueRNA)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(decon$bulk.props))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props$sample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(bulk$meta,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"06_decon_full.rds"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"완료. 세포타입별 사용된 마커 유전자 수:"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(decon$genes.used, length))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참조가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genotype당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n=1이라 subject-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variance가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필요한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MuSiC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/Bisque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ReferenceBasedDecomposition은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부적절하다고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판단해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FindAllMarkers로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뽑은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세포타입별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집합을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bulk의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log2(CPM+1)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발현값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투영하는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BisqueRNA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::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MarkerBasedDecomposition을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사용해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34개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전체의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상대적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세포타입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존재비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점수를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산출했다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69480" y="2359152"/>
            <a:ext cx="4553712" cy="357530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12 cell types, n markers used per type:</a:t>
            </a:r>
          </a:p>
          <a:p>
            <a:pPr>
              <a:spcAft>
                <a:spcPts val="0"/>
              </a:spcAft>
            </a:pPr>
            <a:endParaRPr sz="1000" b="0" i="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B_cell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         5 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Mast_cell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       9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Cholangiocyte    14   Neutrophil        25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Dendritic_cell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 5 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NK_cell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        18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Endothelial       5   S100A8hi_macroph  18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Hepatocyte        6 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Stellate_Fibrobl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.  9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Macroph_Kupffer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7   </a:t>
            </a:r>
            <a:r>
              <a:rPr sz="1000" b="0" i="0" dirty="0" err="1">
                <a:solidFill>
                  <a:srgbClr val="000000"/>
                </a:solidFill>
                <a:latin typeface="Courier New"/>
              </a:rPr>
              <a:t>T_cell</a:t>
            </a:r>
            <a:r>
              <a:rPr sz="1000" b="0" i="0" dirty="0">
                <a:solidFill>
                  <a:srgbClr val="000000"/>
                </a:solidFill>
                <a:latin typeface="Courier New"/>
              </a:rPr>
              <a:t>             6</a:t>
            </a:r>
          </a:p>
          <a:p>
            <a:pPr>
              <a:spcAft>
                <a:spcPts val="0"/>
              </a:spcAft>
            </a:pPr>
            <a:endParaRPr sz="1000" b="0" i="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-&gt; results/06_deconvolution_props.csv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 (34 samples x 12 cell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598932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각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세포타입의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패널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크기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(5~25개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).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결과값은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세포타입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간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절대비율이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상대적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scale의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PCA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score라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같은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세포타입을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시료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간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비교하는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데만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유효하다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35D8D-F9CA-85AF-F685-975D6DB5182E}"/>
              </a:ext>
            </a:extLst>
          </p:cNvPr>
          <p:cNvSpPr txBox="1"/>
          <p:nvPr/>
        </p:nvSpPr>
        <p:spPr>
          <a:xfrm>
            <a:off x="368809" y="6365128"/>
            <a:ext cx="6514312" cy="1700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  <a:hlinkClick r:id="rId2"/>
              </a:rPr>
              <a:t>https://github.com/bioinform25/project1/blob/main/results/06_deconvolution_props.csv</a:t>
            </a:r>
            <a:r>
              <a:rPr lang="en-US" sz="1050" dirty="0">
                <a:solidFill>
                  <a:srgbClr val="000000"/>
                </a:solidFill>
                <a:latin typeface="Arial"/>
              </a:rPr>
              <a:t> 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07_validate_axis1.R — Validate: does deconvolution match a trustworthy ground truth? 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07_validate_axis1.R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04_scRNA_ground_truth_props.R, 06_deconvolution.R, data/raw/GSE285614_HFD_TG_vs_WT.xlsx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results/07_validation_stats.csv, results/07_marker_gene_direction_check.csv,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figures/07_validation_*.png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검증 기준을 두 단계로 나눈다: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1) (1차, 신뢰도 높음) 원저자의 axis1 HFD_TG_vs_WT DESeq2 결과(n=5 WT vs n=5 TG, 정식 통계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검정)에서 S100A8+ macrophage/면역세포 대표 마커 유전자의 방향을 직접 확인.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2) (2차, 참고용) scRNA ground truth(WT/TG 각 1개체). n=1이라 개체차만으로도 방향이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뒤집힐 수 있어 신뢰도가 낮다 -- 아래에서 실제로 그런 일이 일어났음을 확인했다.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배경: 04 단계에서 scRNA 기준 S100A8hi_macrophage는 TG &gt; WT(1.46배)였지만, 06 단계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마커기반 deconvolution은 반대로 WT &gt; TG를 추정했다. 원저자의 axis1 xlsx에 있는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정식 DESeq2 결과(log2FoldChange, TG vs WT)를 직접 열어보니 S100a8(log2FC=-0.80,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p=0.039), Cd68(log2FC=-0.74, p=0.004), Cd36(log2FC=-1.64, p=1.4e-8) 등 핵심 마커가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모두 WT&gt;TG 방향이었다. Bcl2TG는 지방세포 사멸을 막는 보호적 유전자형이므로 이 방향이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기전적으로도 타당하다 -- 즉 06의 deconvolution이 맞고, n=1 scRNA 쌍이 개체차로 인해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우연히 반대 방향으로 나온 것으로 결론. 이하 스크립트가 이 근거를 정량적으로 남긴다.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"04_ground_truth_TGvsWT_ratio.csv"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axis1_hfd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"adipocyte_death"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cell_types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setdiff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"axis"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"genotype"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"diet"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stat_test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(ct)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x = axis1_hfd[[ct]][axis1_hfd$genotype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y = axis1_hfd[[ct]][axis1_hfd$genotype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"Bcl2TG"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(y, x)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TG - WT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cell_type = ct,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mean_TG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diff_TG_minus_WT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p_value = tt$p.value,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decon_direction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 &gt;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"TG_up"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--- 1차 검증: 원저자 DESeq2 결과의 canonical marker gene 방향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deseq_orig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read_excel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"GSE285614_HFD_TG_vs_WT.xlsx"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(SYMBOL, log2FoldChange, pvalue, padj)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407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04단계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ground truth(n=1이라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저신뢰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)와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06단계 deconvolution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결과가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반대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방향으로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나온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것을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발</a:t>
            </a:r>
            <a:r>
              <a:rPr lang="ko-KR" altLang="en-US" sz="1150" b="0" i="0" dirty="0">
                <a:solidFill>
                  <a:srgbClr val="000000"/>
                </a:solidFill>
                <a:latin typeface="Arial"/>
              </a:rPr>
              <a:t>견했다</a:t>
            </a:r>
            <a:r>
              <a:rPr lang="en-US" altLang="ko-KR" sz="1150" b="0" i="0" dirty="0">
                <a:solidFill>
                  <a:srgbClr val="000000"/>
                </a:solidFill>
                <a:latin typeface="Arial"/>
              </a:rPr>
              <a:t>.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ko-KR" altLang="en-US" sz="1150" b="0" i="0" dirty="0">
                <a:solidFill>
                  <a:srgbClr val="000000"/>
                </a:solidFill>
                <a:latin typeface="Arial"/>
              </a:rPr>
              <a:t>그래서 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GSE285614 axis1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xlsx에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있는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원저자의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정식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DESeq2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결과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(n=5 vs n=5,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고신뢰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S100a8/Cd68/Cd36 등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핵심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log2FoldChange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방향을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대조해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어느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쪽이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맞는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방향인지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재확인했다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07_validate_axis1.R — Validate: does deconvolution match a trustworthy ground truth? 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marker_panel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tribble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~cell_type,               ~gene,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"Adgre1"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"Csf1r"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"Cd68"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"Cd3e"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"T_cell"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           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"Ptprc"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marker_check = marker_panel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(deseq_orig, by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"SYMBOL"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(deseq_direction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(log2FoldChange &gt; 0,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"TG_up"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(marker_check,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"07_marker_gene_direction_check.csv"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"원저자 axis1 DESeq2(n=5 vs n=5)의 canonical marker 방향:"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(marker_check)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marker_consensus = marker_check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summarise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(deseq_direction_majority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which.max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(deseq_direction))), .groups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"drop"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stat_test = stat_test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(marker_consensus,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"cell_type"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(primary_validation_match = decon_direction == deseq_direction_majority)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--- 2차(참고): scRNA n=1 쌍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stat_test = stat_test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(gt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(cell_type, scrna_direction = TG_over_WT),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"cell_type"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scrna_direction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(scrna_direction &gt; 1,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"TG_up"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"WT_up"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scrna_direction_match = decon_direction == scrna_direction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"07_validation_stats.csv"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n_primary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(stat_test$primary_validation_match, na.rm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n_primary_total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is.na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(stat_test$primary_validation_match))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"\n[1차 검증 - 신뢰] marker gene 기반 방향 일치: %d / %d 세포타입 (S100A8hi_macrophage, Macrophage_Kupffer, T_cell)"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n_primary, n_primary_total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"[2차 검증 - 참고, n=1이라 저신뢰] scRNA ground truth 방향 일치: %d / %d 세포타입 전체"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(stat_test$scrna_direction_match),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(stat_test)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07_validate_axis1.R — Validate: does deconvolution match a trustworthy ground truth? 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p_box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(axis1_hfd,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genotype, y = S100A8hi_macrophage, color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(outlier.shape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geom_jitter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(width = 0.1, size = 2)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"S100A8hi_macrophage: bulk deconvolution score (axis1, HFD)"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subtitle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"원저자 bulk DESeq2 marker gene(S100a8/S100a9) 방향과 일치 (WT &gt; TG)"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"Marker-based relative abundance score (PC1)"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"07_validation_S100A8_boxplot.png"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p_box, width = 5,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p_all = axis1_hfd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(genotype,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(cell_types))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pivot_longer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(-genotype, names_to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"cell_type"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values_to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genotype, y = score, color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(outlier.shape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geom_jitter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(width = 0.1, size = 1)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facet_wrap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(~cell_type, scales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"free_y"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(legend.position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"All cell types: bulk deconvolution score, WT vs TG (axis1, HFD)"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"07_validation_all_celltypes.png"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p_all, width = 10, height = 8, dpi = 300)</a:t>
            </a:r>
          </a:p>
        </p:txBody>
      </p:sp>
      <p:pic>
        <p:nvPicPr>
          <p:cNvPr id="5" name="Picture 4" descr="07_validation_S100A8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946404"/>
            <a:ext cx="4736592" cy="4736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687871"/>
            <a:ext cx="4115302" cy="1098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원저자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DESeq2(n=5 vs n=5)는 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S100a8/Cd68/Cd36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모두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WT&gt;TG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방향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--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06단계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deconvolution과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일치하고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n=1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ground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truth와는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반대였다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à"/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n=1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쌍이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개체차로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우연히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반대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방향이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나온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것으로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결론짓고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</a:rPr>
              <a:t>   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deconvolution을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신뢰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하기로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08_apply_axis2_MKO.R — Apply the validated method to axis-2 (MKO, no scRNA)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08_apply_axis2_MKO.R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Requires: 06_deconvolution.R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검증은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07에서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완료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Provides: results/08_MKO_stats.csv, figures/08_MKO_*.png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연구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질문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: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대식세포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특이적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S100a8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결손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(MKO)이 -- CD36/CCN3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단일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유전자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기전을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넘어서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간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전체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구성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면역세포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침윤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정도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까지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바꾸는가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? axis2에는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scRNA가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없으므로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07에서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검증한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marker-based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deconvolution을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그대로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적용해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WT(S100a8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fl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/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fl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) vs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MKO를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chow/HFD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각각에서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비교한다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setdiff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(props),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"axis"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"genotype"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"diet"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"group"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axis2 = props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macrophage_KO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mko_stats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expand.grid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diet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stringsAsFactors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rowwise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(axis2[[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]][axis2$diet == diet &amp; axis2$genotype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(axis2[[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]][axis2$diet == diet &amp; axis2$genotype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unlist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unlist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diff_MKO_minus_WT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p_value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unlist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unlist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))$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p.value</a:t>
            </a:r>
            <a:endParaRPr sz="650" b="0" i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(-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x_WT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-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x_MKO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(diet)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p_adj_BH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p_value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(diet,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p_value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mko_stats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"08_MKO_stats.csv"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"axis2 (WT vs MKO)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세포타입별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비교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diet별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:"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mko_stats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n =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"\n[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핵심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] S100A8hi_macrophage,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Macrophage_Kupffer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관련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 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결과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:"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mko_stats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Macrophage_Kupffer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p_key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axis2 %&gt;%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(genotype, diet, S100A8hi_macrophage,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Macrophage_Kupffer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pivot_longer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(S100A8hi_macrophage,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Macrophage_Kupffer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names_to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values_to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"score"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(genotype, levels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diet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(diet, levels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genotype, y = score, color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outlier.shape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geom_jitter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(width = 0.1, size = 2)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facet_grid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~ diet, scales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free_y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axis2(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대식세포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특이적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S100a8 KO, MKO)는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자체가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없으므로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07단계에서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검증된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deconvolution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결과를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그대로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적용하는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WT vs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MKO를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chow/HFD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각각에서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Welch t-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test로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비교하고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BH로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다중비교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보정을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08_apply_axis2_MKO.R — Apply the validated method to axis-2 (MKO, no scRNA)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4799093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 / Macrophage_Kupffer composition: WT vs 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"Marker-based relative abundance score (PC1)"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"08_MKO_key_celltypes.png"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p_key, width = 7, height = 7,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p_all = axis2 %&gt;%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(genotype, diet,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(cell_types))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pivot_longer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(cell_types), names_to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"cell_type"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values_to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(genotype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(genotype,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genotype, y = score, color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(outlier.shape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geom_jitter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(width = 0.1, size = 1)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facet_grid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~ cell_type, scales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"free_y"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(legend.position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axis.text.x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(angle = 45, hjust = 1),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strip.text.x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6))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"All cell types: WT vs MKO composition, Chow vs 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"08_MKO_all_celltypes.png"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p_all, width = 14, height = 5, dpi = 300)</a:t>
            </a:r>
          </a:p>
        </p:txBody>
      </p:sp>
      <p:pic>
        <p:nvPicPr>
          <p:cNvPr id="5" name="Picture 4" descr="08_MKO_key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407" y="960119"/>
            <a:ext cx="5179473" cy="5179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20709" y="6157052"/>
            <a:ext cx="5975051" cy="541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S100A8hi_macrophage,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Macrophage_Kupffer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모두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WT vs MKO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유의차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없음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à"/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null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결과로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보고했고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</a:rPr>
              <a:t>    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11단계에서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효과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없음"이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표본크기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부족"임을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power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분석으로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재확인했다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09_correlate_lipid_genes.R — Correlate cell-type abundance with lipogenic genes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09_correlate_lipid_genes.R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05_bulk_load_merge.R, 06_deconvolution.R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results/09_lipid_gene_correlation.csv, figures/09_correlation_*.png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논문의 핵심 기전(S100A8+ macrophage -&gt; CCN3 억제 -&gt; CD36 상승 -&gt; 간세포 지질축적)이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우리 deconvolution 결과와도 이어지는지 확인: S100A8hi_macrophage/Macrophage_Kupffer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상대 abundance score가 같은 시료의 Cd36/Ccn3(Nov) 발현과 상관관계가 있는지 34개 bulk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시료 전체에서 검정.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bulk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"bulk_counts.rds"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lib_size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colSums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(bulk$counts)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logcpm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log2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sweep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(bulk$counts, 2, lib_size,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"/"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* 1e6 + 1)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lipid_genes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"Cd36"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"Ccn3"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"Nov"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"Plin2"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"Fasn"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"Scd1"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"Pparg"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(logcpm))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"사용 가능한 지질 관련 유전자: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(lipid_genes,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gene_expr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(logcpm[lipid_genes, , drop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gene_expr$sample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(gene_expr)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(gene_expr,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cor_results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expand.grid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cell_type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gene = lipid_genes,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subset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"all_HFD"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"axis1_HFD"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"axis2_HFD"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stringsAsFactors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rowwise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switch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(subset,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all_HFD  = merged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axis1_HFD = merged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"adipocyte_death"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axis2_HFD = merged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(dat[[cell_type]], dat[[gene]],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p_value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(dat[[cell_type]], dat[[gene]],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(-dat)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(cell_type, gene, subset)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6105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논문의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핵심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기전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(S100A8+ macrophage -&gt; CCN3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억제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-&gt; CD36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상승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-&gt;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지방축적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)이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우리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deconvolution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결과와도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이어지는지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확인하기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34개 bulk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시료의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log2(CPM+1)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발현값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S100A8hi_macrophage/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Macrophage_Kupffer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존재비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점수와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Cd36/Ccn3/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Fasn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/Plin2/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Pparg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/Scd1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Spearman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상관을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axis/diet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서브셋별로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계산했다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09_correlate_lipid_genes.R — Correlate cell-type abundance with lipogenic genes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5231172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cor_results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"09_lipid_gene_correlation.csv"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cor_results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n = 50)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p_cd36 = merged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S100A8hi_macrophage, y = Cd36, color = axis, shape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(size = 3)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(group = 1),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lm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color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"black"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linewidth = 0.5)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 score vs Cd36 expression (all HFD bulk samples, n=19)"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x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 relative abundance score"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"Cd36 log2(CPM+1)"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"09_correlation_S100A8_vs_Cd36.png"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p_cd36, width = 7,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569CD6"/>
                </a:solidFill>
                <a:latin typeface="Consolas"/>
              </a:rPr>
              <a:t>if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"Ccn3"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lipid_genes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||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"Nov"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lipid_genes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ccn3_gene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"Ccn3"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"Nov"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lipid_genes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)[1]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p_ccn3 = merged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S100A8hi_macrophage, y = .data[[ccn3_gene]], color = axis, shape = genotype))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(size = 3)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(group = 1),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lm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color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"black"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linewidth = 0.5)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 score vs %s expression (all HFD bulk samples)"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ccn3_gene),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x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 relative abundance score"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"%s log2(CPM+1)"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ccn3_gene))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"09_correlation_S100A8_vs_Ccn3.png"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p_ccn3, width = 7,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pic>
        <p:nvPicPr>
          <p:cNvPr id="5" name="Picture 4" descr="09_correlation_S100A8_vs_Cd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322" y="984743"/>
            <a:ext cx="6402298" cy="4573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87370" y="5724638"/>
            <a:ext cx="6682306" cy="355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놀랍게도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S100A8hi_macrophage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자체는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Cd36과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거의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무관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(r=0.11)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lang="en-US" sz="1050" dirty="0">
                <a:solidFill>
                  <a:srgbClr val="000000"/>
                </a:solidFill>
                <a:latin typeface="Arial"/>
              </a:rPr>
              <a:t>.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바로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"S100A8hi </a:t>
            </a:r>
            <a:r>
              <a:rPr lang="en-US" sz="1050" dirty="0" err="1">
                <a:solidFill>
                  <a:srgbClr val="000000"/>
                </a:solidFill>
                <a:latin typeface="Arial"/>
              </a:rPr>
              <a:t>subset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일반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대식세포가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지방생성과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연결된다"는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핵심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발견의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첫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단서였다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11_statistical_rigor_addendum.R </a:t>
            </a:r>
            <a:r>
              <a:rPr lang="en-US" altLang="ko-KR" sz="2000" b="1" dirty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20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11_statistical_rigor_addendum.R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06, 07, 08, 09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results/11_*.csv -- 논문 투고 수준 통계 검토/보강.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원고 작성 전 재점검에서 발견한 갭과 조치: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1) 09의 지질유전자 상관분석(2 cell type x 5 gene x 3 subset = 30개 검정)이 다중비교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보정 없이 raw p-value로만 보고됨 -&gt; BH-FDR 추가.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2) 07/08의 그룹비교가 n=4-5의 작은 표본에 Welch t-test만 사용 -&gt; 정규성 가정이 깨지기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쉬우므로 Wilcoxon rank-sum(비모수)을 1차 지표로 병기하고, Cohen's d 효과크기와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평균차 95% CI를 추가.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3) 08의 MKO 무효과(null) 결과가 "효과가 없다"인지 "표본이 작아 못 본다"인지 구분이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안 됨 -&gt; n=4-5, 관측된 표준편차 기준으로 80% power에 필요한 최소 tGohen's d(MDE)를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계산해 명시.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4) BisqueRNA 마커 패널 크기가 세포타입마다 5~25개로 작아 보이지만, 실제로는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GetNumGenesWeighted()가 PC1/PC2 sdev 비율을 최대화하는 유전자 수를 알고리즘적으로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선택한 결과임(임의 축소가 아님) -&gt; 이용 가능했던 후보 마커 수와 최종 사용 수,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PC1 variance-explained를 함께 표로 남겨 투명성 확보.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cohens_d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(x); ny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pooled_sd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sqrt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(((nx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+ (ny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(nx + ny - 2))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pooled_sd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group_compare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label_x, label_y)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Welch (default var.equal=FALSE)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suppressWarnings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wilcox.test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exact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mean_y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mean_diff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ci95_lo = tt$conf.int[1], ci95_hi = tt$conf.int[2],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cohens_d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cohens_d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welch_t_p = tt$p.value,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wilcoxon_p = wt$p.value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--- 1) MKO(axis2) 재검정: Wilcoxon + Cohen's d + BH, family = diet(2) x celltype(12)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cell_types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setdiff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"axis"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"genotype"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"diet"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axis2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19240" y="960120"/>
            <a:ext cx="4800600" cy="1407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원고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작성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재점검에서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발견한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갭들을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고치는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: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(1) 09단계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지질유전자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상관분석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(30개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검정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)에 BH-FDR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보정을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추가했고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(2) 07/08단계의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소표본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(n=4-5)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비교에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Wilcoxon(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비모수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)을 1차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지표로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Cohen's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d와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95%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CI를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병기했고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(3) 08단계 null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결과가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효과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없음"인지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표본이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작아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못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봄"인지</a:t>
            </a:r>
            <a:r>
              <a:rPr lang="ko-KR" altLang="en-US" sz="1150" dirty="0">
                <a:solidFill>
                  <a:srgbClr val="000000"/>
                </a:solidFill>
                <a:latin typeface="Arial"/>
              </a:rPr>
              <a:t>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구분하기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80% power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최소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검출가능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Cohen's d(MDE)를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계산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11_statistical_rigor_addendum.R —</a:t>
            </a:r>
            <a:r>
              <a:rPr lang="en-US" sz="20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mko_full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expand.grid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 = cell_types, 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stringsAsFactors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rowwise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group_compare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axis2[[cell_type]][axis2$diet == diet &amp; axis2$genotype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axis2[[cell_type]][axis2$diet == diet &amp; axis2$genotype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"MKO"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tidyr::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(welch_t_p,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wilcoxon_p_BH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(wilcoxon_p,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(diet, wilcoxon_p)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(mko_full,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"11_MKO_stats_full.csv"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"=== axis2 (MKO vs WT) 재검정, Wilcoxon 1차 지표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(mko_full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(cell_type, diet, n_x, n_y, mean_diff, cohens_d, wilcoxon_p, wilcoxon_p_BH), n =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--- 2) axis1 검증 재검정 (동일한 지표 세트)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axis1_hfd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"adipocyte_death"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axis1_full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(ct)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cbind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 = ct,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group_compare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axis1_hfd[[ct]][axis1_hfd$genotype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"Bcl2TG"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axis1_hfd[[ct]][axis1_hfd$genotype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"WT"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(welch_t_p,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wilcoxon_p_BH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(wilcoxon_p,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(wilcoxon_p)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(axis1_full,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"11_axis1_stats_full.csv"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axis1 (TG vs WT, HFD) 재검정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(axis1_full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(cell_type, mean_diff, cohens_d, wilcoxon_p, wilcoxon_p_BH))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--- 3) 지질유전자 상관 재검정: BH 보정 추가 (원래 09에서 누락됨)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cor_results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"09_lipid_gene_correlation.csv"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cor_results = cor_results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(subset)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(p_BH_within_subset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(p_value,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(p_BH_all30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(p_value,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(p_value)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(cor_results,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"11_lipid_correlation_BH.csv"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지질유전자 상관, BH 보정 후 (전체 30개 검정 기준)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(cor_results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(p_BH_all30 &lt; 0.05)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(cell_type, gene, subset, r, p_value, p_BH_all30))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11_statistical_rigor_addendum.R —</a:t>
            </a:r>
            <a:r>
              <a:rPr lang="en-US" sz="20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--- 4) 표본크기 4-5/그룹에서 80% power로 검출 가능한 최소 Cohen's d (MDE)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mde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(4, 5),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tryCatch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power.t.test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 = n, sd = 1, power = 0.8, sig.level = 0.05)$delta,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error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(e)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(mde)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"n=4"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"n=5"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80% power 기준 최소 검출가능 Cohen's d (n=4, n=5 per group, alpha=0.05)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(mde,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(n_per_group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(4, 5), min_detectable_d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(mde, 2)),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"11_power_MDE.csv"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--- 5) 마커 패널 크기 및 PC1 variance-explained 투명성 테이블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decon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"06_decon_full.rds"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ve = decon$var.explained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pc1_pct = ve[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"PC1"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] /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colSums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(ve, na.rm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* 100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marker_qc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cell_type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(decon$genes.used),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n_markers_used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(decon$genes.used, length),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pc1_variance_explained_pct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(pc1_pct[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(decon$genes.used)],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(marker_qc,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"11_marker_panel_QC.csv"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마커 패널 크기 및 PC1 variance-explained (신호 응집도)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(marker_qc)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42048" y="960120"/>
            <a:ext cx="4553712" cy="179195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80% power, min. detectable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Cohen's d (alpha=0.05):</a:t>
            </a:r>
          </a:p>
          <a:p>
            <a:pPr>
              <a:spcAft>
                <a:spcPts val="0"/>
              </a:spcAft>
            </a:pPr>
            <a:endParaRPr sz="1000" b="0" i="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 n=4      n=5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 2.42     2.02</a:t>
            </a:r>
          </a:p>
          <a:p>
            <a:pPr>
              <a:spcAft>
                <a:spcPts val="0"/>
              </a:spcAft>
            </a:pPr>
            <a:endParaRPr sz="1000" b="0" i="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-&gt; MKO axis2 (n=4-5) only detects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 d &gt;= 2.0-2.4 -&gt; null result is</a:t>
            </a:r>
          </a:p>
          <a:p>
            <a:pPr>
              <a:spcAft>
                <a:spcPts val="0"/>
              </a:spcAft>
            </a:pPr>
            <a:r>
              <a:rPr sz="1000" b="0" i="0" dirty="0">
                <a:solidFill>
                  <a:srgbClr val="000000"/>
                </a:solidFill>
                <a:latin typeface="Courier New"/>
              </a:rPr>
              <a:t>   "underpowered", not "no effect"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2819986"/>
            <a:ext cx="4553712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08단계의 null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결과를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과도하게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해석하지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않고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"이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표본크기로는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큰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효과만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검출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가능하다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"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라고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결론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지었다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Arial"/>
              </a:rPr>
              <a:t>Part 2 — External Validation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000000"/>
                </a:solidFill>
                <a:latin typeface="Arial"/>
              </a:rPr>
              <a:t>GSE156057 (Remmerie, CD45+-sorted) + GSE166504 (Su, whole-liver)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ext/01_gse166504_extract_myeloid.R — Extract myeloid cells from GSE166504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01_gse166504_extract_myeloid.R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GSE166504 (mouse liver NPC scRNA-seq, chow/15wk-NAFL/30wk-NASH/34wk, iScience 2021).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Raw count matrix is genes(rows) x cells(cols), header row has 1 fewer field than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data rows (implicit gene-name index column) -&gt; data column i+1 = header cell i.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Extracts only myeloid cells (Kupffer cells, Monocyte/MoMF, Neutrophils; author-provided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CellType labels) to keep the matrix small enough to work with directly.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library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(data.table)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data_dir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"external_validation/data/GSE166504"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dir.create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recursive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showWarnings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fread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"GSE166504_cell_metadata.tsv.gz"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meta[, full_name :=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paste0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(FileName,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CellID)]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myeloid_types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 cells"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"Monocyte/Monocyte derived 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meta_myeloid = meta[CellType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myeloid_types]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"Myeloid cells to extract: %d"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(meta_myeloid)))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(meta_myeloid$CellType))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header_line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readLines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"GSE166504_cell_raw_counts.txt.gz"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n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cell_names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strsplit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(header_line,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)[[1]]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"Total cells in header: %d"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(cell_names)))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pos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match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(meta_myeloid$full_name, cell_names)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stopifnot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is.na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(pos)))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data_cols = pos + 1L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+1 because data rows have leading gene-name field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counts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fread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"GSE166504_cell_raw_counts.txt.gz"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sep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skip = 1, select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(1L, data_cols), header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setnames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meta_myeloid$full_name))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"Extracted matrix: %d genes x %d cells"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(counts) - 1))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gene_names = counts$gene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as.matrix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(counts[, -1, with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(mat) = gene_names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stopifnot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any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duplicated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(gene_names)))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(mat,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"gse166504_myeloid_counts.rds"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(meta_myeloid,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"gse166504_myeloid_meta.rds"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"Saved gse166504_myeloid_counts.rds and gse166504_myeloid_meta.rds"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GSE166504(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마우스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간 NPC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chow/15주-NAFL/30주-NASH/34주,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진짜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생물학적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반복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n=3-8/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그룹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)의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전체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raw count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너무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커서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저자가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제공한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CellType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라벨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(Kupffer cells / Monocyte-derived macrophage / Neutrophils)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골수계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골라내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작은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행렬로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추출했다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69480" y="2066187"/>
            <a:ext cx="4553712" cy="191100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Myeloid cells to extract:</a:t>
            </a:r>
          </a:p>
          <a:p>
            <a:pPr>
              <a:spcAft>
                <a:spcPts val="0"/>
              </a:spcAft>
            </a:pPr>
            <a:endParaRPr sz="1000" b="0" i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  Kupffer cells        15,842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  Monocyte/MoMF         6,203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  Neutrophils           1,153</a:t>
            </a:r>
          </a:p>
          <a:p>
            <a:pPr>
              <a:spcAft>
                <a:spcPts val="0"/>
              </a:spcAft>
            </a:pPr>
            <a:endParaRPr sz="1000" b="0" i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Extracted: ~32,000 genes x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           23,198 myeloid cells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-&gt; gse166504_myeloid_counts.rds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urier New"/>
              </a:rPr>
              <a:t>   gse166504_myeloid_meta.rds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4080619"/>
            <a:ext cx="4553712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전체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데이터를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다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로드하지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않고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필요한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골수계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세포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(23,198개)만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뽑아내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이후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02단계에서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다루기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쉬운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크기로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재클러스터링할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수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있게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준비했다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ext/02_gse166504_cluster_annotate.R — Recluster GSE166504 myeloid compartment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02_gse166504_cluster_annotate.R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01_gse166504_extract_myeloid.R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results/gse166504_annotated.rds, results/gse166504_signature_check.csv,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figures/gse166504_*.png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Question: does an S100a8/S100a9-hi, Ly6g-negative, Csf1r/Cd68/Adgre1-moderate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macrophage/monocyte population (as defined in project1) reproducibly appear across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multiple mice (real biological replicates: Chow n=3, 15wk-NAFL n=3, 30wk-NASH n=4,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34wk n=1) in this independent dataset, distinct from the author-labeled Neutrophil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population and from resident Kupffer cells?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reuses project1's library loads / options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library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(data.table)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fig_dir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"external_validation/figures"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dir.create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showWarnings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recursive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"gse166504_myeloid_counts.rds"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"gse166504_myeloid_meta.rds"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Parse FileName -&gt; diet condition + animal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meta[,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"npc_tag"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"condition"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"animal"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"capture"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:=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tstrsplit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(FileName,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fixed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meta[, condition :=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(condition,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"Chow"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"15weeks"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"30weeks"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"34weeks"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meta_df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(meta_df) = meta_df$full_name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CreateSeuratObject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 = mat, meta.data = meta_df[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(mat), ], min.cells = 3, min.features = 100)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obj[[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"percent.mt"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]]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PercentageFeatureSet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pattern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"^mt-"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"Cells before QC: %d"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subset = nFeature_RNA &gt; 100 &amp; percent.mt &lt;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sprintf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"Cells after QC: %d"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ncol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(obj$condition, obj$CellType))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NormalizeData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FindVariableFeatures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nfeatures = 2000)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ScaleData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RunPCA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npcs =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FindNeighbors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FindClusters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resolution = 0.6)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RunUMAP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p_umap_cluster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label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 myeloid subclusters"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p_umap_authorlabel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"CellType"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"Author-provided CellType label"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p_umap_animal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"animal"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facet_wrap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(~obj$condition)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"By animal / condition"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"gse166504_umap_clusters.png"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p_umap_cluster, width = 6,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"gse166504_umap_authorlabel.png"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p_umap_authorlabel, width = 6,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"gse166504_umap_animal.png"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p_umap_animal, width = 10, height = 8,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추출된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23,198개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골수계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자체적으로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재클러스터링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(resolution=0.6, 18개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수행해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project1에서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정의한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S100A8hi/Neutrophil/Kupffer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구분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동일한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패널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)이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저자의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원래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CellType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라벨과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독립적으로도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재현되는지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검증했다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ext/02_gse166504_cluster_annotate.R — Recluster GSE166504 myeloid compartment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2306863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Cross-tab: our subclusters vs author's own coarse labels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obj$seurat_clusters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obj$CellType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as.data.frame.matrix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obj$seurat_clusters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obj$CellType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"gse166504_cluster_vs_authorlabel.csv"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Signature check genes (same panel used to define S100A8hi_macrophage vs Neutrophil in project1)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"Ly6g"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"Camp"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Ltf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Ngp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"Csf1r"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"Adgre1"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"Cd68"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"Trem2"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Gpnmb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p_dot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DotPlot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features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RotatedAxis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"Signature marker check per subcluster"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"gse166504_signature_dotplot.png"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p_dot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width = 9, height = 6,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pct_expr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(g)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layer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)[g, ],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obj$seurat_clusters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(x)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&gt; 0))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avg_expr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AverageExpression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features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sig_genes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group.by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seurat_clusters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layer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)$RNA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pct_expr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3),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"gse166504_pct_expr_by_cluster.csv"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avg_expr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3),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"gse166504_avg_expr_by_cluster.csv"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"=== pct expressing per cluster ==="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pct_expr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"gse166504_annotated.rds"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"Done: gse166504_annotated.rds saved."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gse166504_umap_author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6983"/>
            <a:ext cx="12192000" cy="3575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47692"/>
            <a:ext cx="5026282" cy="72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18개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저자의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3개 coarse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라벨을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cross-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tab으로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대조</a:t>
            </a:r>
            <a:r>
              <a:rPr lang="ko-KR" altLang="en-US" sz="1050" dirty="0">
                <a:solidFill>
                  <a:srgbClr val="000000"/>
                </a:solidFill>
                <a:latin typeface="Arial"/>
              </a:rPr>
              <a:t>했음</a:t>
            </a:r>
            <a:r>
              <a:rPr lang="en-US" altLang="ko-KR" sz="1050" dirty="0">
                <a:solidFill>
                  <a:srgbClr val="000000"/>
                </a:solidFill>
                <a:latin typeface="Arial"/>
              </a:rPr>
              <a:t>.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à"/>
            </a:pP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S100a8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양성이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뚜렷한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하나로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모이지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않고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050" b="0" i="0" dirty="0">
                <a:solidFill>
                  <a:srgbClr val="000000"/>
                </a:solidFill>
                <a:latin typeface="Arial"/>
              </a:rPr>
              <a:t>   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여러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단핵구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/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대식세포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클러스터에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걸쳐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연속적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gradient로</a:t>
            </a:r>
            <a:r>
              <a:rPr sz="1050" b="0" i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나타남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확인했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음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27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0A12406-7907-1568-8CBC-00F6865D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20" y="3064209"/>
            <a:ext cx="4552550" cy="379379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C63C46F-534A-C3DD-F7CF-811206D0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091" y="4739580"/>
            <a:ext cx="2790088" cy="58647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9DF9B2-65A2-7A60-6D82-560860611ED7}"/>
              </a:ext>
            </a:extLst>
          </p:cNvPr>
          <p:cNvSpPr/>
          <p:nvPr/>
        </p:nvSpPr>
        <p:spPr>
          <a:xfrm>
            <a:off x="0" y="3276711"/>
            <a:ext cx="6821788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 err="1">
                <a:solidFill>
                  <a:srgbClr val="000000"/>
                </a:solidFill>
                <a:latin typeface="Arial"/>
              </a:rPr>
              <a:t>ext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/03_gse156057_qc_cluster.R — QC &amp; cluster GSE156057 (CD45+-sorted)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03_gse156057_qc_cluster.R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GSE156057 (Remmerie et al. 2020 Immunity): CD45+-sorted mouse liver immune cells,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standard diet (SD) vs western diet (WD), 12/24/36 week timepoints, 1 sample each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(6 CD45+ samples total -- pseudo-replicates across independent mice/timepoints,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not true within-condition replicates, but CD45+ sorting gives much cleaner myeloid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resolution than whole-liver capture). Thematically the closest external paper to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project1's finding (they specifically report a macrophage subset distinct from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resident Kupffer cells in fatty liver).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external_validation/results/gse156057_annotated.rds, signature-check csv/figures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data_dir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"external_validation/data/GSE156057"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fig_dir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"external_validation/figures"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samples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"GSM4721496_cd45pos-sd-12w"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"SD_12w"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"GSM4721497_cd45pos-wd-12w"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"WD_12w"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"GSM4721498_cd45pos-sd-24w"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"SD_24w"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"GSM4721499_cd45pos-wd-24w"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"WD_24w"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"GSM4721500_cd45pos-sd-36w"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"SD_36w"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"GSM4721501_cd45pos-wd-36w"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"WD_36w"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seurat_list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(samples),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(gsm_prefix)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fpath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(data_dir,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paste0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(gsm_prefix,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"_filtered_feature_bc_matrix.h5"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mat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Read10X_h5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(fpath)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is.list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(mat)) mat = mat[[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"Gene Expression"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]]  </a:t>
            </a:r>
            <a:r>
              <a:rPr sz="650" b="0" i="0">
                <a:solidFill>
                  <a:srgbClr val="6A9955"/>
                </a:solidFill>
                <a:latin typeface="Consolas"/>
              </a:rPr>
              <a:t># drop Antibody Capture modality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CreateSeuratObject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(counts = mat, project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(samples[gsm_prefix]), min.cells = 3, min.features = 200)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obj$sample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(samples[gsm_prefix])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obj$diet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"_.*"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samples[gsm_prefix]))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obj$timepoint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".*_"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samples[gsm_prefix]))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obj[[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"percent.mt"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]]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PercentageFeatureSet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pattern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"^mt-"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obj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(seurat_list) = samples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pre_counts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(seurat_list, ncol)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"Cells per sample before QC: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(pre_counts)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seurat_list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(obj, subset = nFeature_RNA &gt; 200 &amp; nFeature_RNA &lt; 6000 &amp; nCount_RNA &lt; 30000 &amp; percent.mt &lt; 25)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post_counts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(seurat_list, ncol)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"Cells per sample after QC: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(post_counts)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610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GSE156057(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Remmerie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et al. 2020 Immunity, CD45+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정렬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SD/WD x 12/24/36주, 6개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 h5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6개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QC(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nFeature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200-6000,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nCount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&lt;30000, percent.mt&lt;25) 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병합해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resolution=0.8로 40개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얻고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project1과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동일한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17개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패널로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발현비율표를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만들었다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  <a:hlinkClick r:id="rId2"/>
              </a:rPr>
              <a:t>https://github.com/bioinform25/project1/blob/main/external_validation/results/gse156057_cluster_top5.csv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 </a:t>
            </a:r>
            <a:endParaRPr sz="11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ext/03_gse156057_qc_cluster.R — QC &amp; cluster GSE156057 (CD45+-sorted)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57302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merge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(seurat_list[[1]], seurat_list[-1], add.cell.ids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(seurat_list))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JoinLayers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NormalizeData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FindVariableFeatures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nfeatures = 2000)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ScaleData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RunPCA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npcs = 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FindNeighbors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FindClusters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resolution = 0.8)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RunUMAP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dims = 1:30)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label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 CD45+ clusters"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p_umap_sample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"By 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"gse156057_umap_clusters.png"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p_umap, width = 6,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"gse156057_umap_sample.png"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p_umap_sample, width = 7,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sig_genes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"Ly6g"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"Camp"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"Ltf"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"Ngp"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"Csf1r"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"Adgre1"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"Cd68"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"Trem2"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"Gpnmb"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"Cd3e"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"Cd79a"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"Ncr1"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"Itgam"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"Ccr2"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sig_genes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(sig_genes,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p_dot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DotPlot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features = sig_genes)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RotatedAxis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"Signature marker check per cluster"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"gse156057_signature_dotplot.png"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p_dot, width = 10, height = 6,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pct_expr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(sig_genes,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)[g, ], merged$seurat_clusters,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&gt; 0))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(pct_expr, 3),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"gse156057_pct_expr_by_cluster.csv"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"=== pct expressing per cluster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(pct_expr,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Save annotated object BEFORE the slow FindAllMarkers step (40 clusters x 77k cells is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very slow on this machine) so downstream proportion analysis isn't blocked on it.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saveRDS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"Saved gse156057_annotated.rds (before FindAllMarkers)."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cluster_markers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FindAllMarkers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(merged, only.pos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min.pct = 0.25, logfc.threshold = 0.5)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(cluster_markers,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"gse156057_cluster_markers.csv"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top5 = cluster_markers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slice_max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(avg_log2FC, n = 5)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(top5,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"gse156057_cluster_top5.csv"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"Done: FindAllMarkers complete."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gse156057_uma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368" y="962966"/>
            <a:ext cx="6059176" cy="50493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3407" y="6097315"/>
            <a:ext cx="5626673" cy="541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CD45+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정렬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덕분에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면역세포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050" b="0" i="0" dirty="0">
                <a:solidFill>
                  <a:srgbClr val="000000"/>
                </a:solidFill>
                <a:latin typeface="Arial"/>
              </a:rPr>
              <a:t>resolution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높아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40개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중 3개가 S100A8hi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후보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(S100a8/9 97-99%, Ly6g/Camp/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Ltf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Ngp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모두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&lt;5%)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기준에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명확히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부합했다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ext/04_gse156057_proportions.R — S100A8hi vs Kupffer vs Neutrophil proportions over time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04_gse156057_proportions.R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03_gse156057_qc_cluster.R (results/gse156057_annotated.rds)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results/gse156057_S100A8hi_proportions.csv, figures/gse156057_proportions.png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Identifies clusters matching the S100A8hi_macrophage signature (S100a8/S100a9 pct&gt;0.9,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Ly6g/Camp/Ltf/Ngp pct&lt;0.1) vs the true neutrophil cluster (S100a8/9 AND Ly6g/Camp/Ltf/Ngp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all high) from the pct_expr table, then computes per-sample proportions across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SD/WD x 12/24/36-week timepoints to test whether abundance tracks western-diet duration.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fig_dir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"external_validation/figures"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"gse156057_pct_expr_by_cluster.csv"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s100a8hi_clusters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(pct)[pct$S100a8 &gt; 0.9 &amp; pct$S100a9 &gt; 0.9 &amp;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                       pct$Ly6g &lt; 0.1 &amp; pct$Camp &lt; 0.1 &amp; pct$Ltf &lt; 0.1 &amp; pct$Ngp &lt; 0.1]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neutrophil_clusters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(pct)[pct$S100a8 &gt; 0.9 &amp; pct$S100a9 &gt; 0.9 &amp;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                         pct$Ly6g &gt; 0.5 &amp; pct$Camp &gt; 0.5]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kupffer_clusters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(pct)[pct$Clec4f &gt; 0.7 &amp; pct$S100a8 &lt; 0.2]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 candidate clusters: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(s100a8hi_clusters,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 cluster(s):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(neutrophil_clusters,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"Kupffer-dominant clusters: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(kupffer_clusters,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obj$cell_class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case_when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(obj$seurat_clusters)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s100a8hi_clusters ~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(obj$seurat_clusters)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neutrophil_clusters ~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(obj$seurat_clusters)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kupffer_clusters ~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~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"Other"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obj@meta.data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meta$diet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(meta$diet,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meta$timepoint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(meta$timepoint,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"36w"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meta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count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(sample, diet, timepoint, cell_class)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(total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(n), proportion = n / total)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"gse156057_S100A8hi_proportions.csv"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key_props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S100A8hi_macrophage / Neutrophil / Kupffer proportion by sample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(key_props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(sample, diet, timepoint, cell_class, n, proportion)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(cell_class, timepoint, diet))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201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03단계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pct_expr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표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1150" dirty="0">
                <a:solidFill>
                  <a:srgbClr val="000000"/>
                </a:solidFill>
                <a:latin typeface="Arial"/>
                <a:hlinkClick r:id="rId2"/>
              </a:rPr>
              <a:t>https://github.com/bioinform25/project1/blob/main/external_validation/results/gse156057_pct_expr_by_cluster.csv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 )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S100a8/S100a9&gt;0.9 &amp;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Ly6g/Camp/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Ltf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Ngp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&lt;0.1(S100A8hi), S100a8/9&gt;0.9 &amp; Ly6g/Camp&gt;0.5(Neutrophil), Clec4f&gt;0.7 &amp; S100a8&lt;0.2(Kupffer)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조건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각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분류하고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SD/WD x 12/24/36주 6개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전체의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세포class별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비율을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계산했다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ext/04_gse156057_proportions.R — S100A8hi vs Kupffer vs Neutrophil proportions over time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108268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(key_props,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timepoint, y = proportion, color = diet, group = diet))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3)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geom_line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facet_wrap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(~cell_class, scales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"free_y"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"GSE156057: cell-class proportion by diet and timepoint"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"Proportion of CD45+ cells"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"Timepoint"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"gse156057_proportions.png"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p, width = 10, height = 4,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"\nDone."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gse156057_propor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82" y="2176061"/>
            <a:ext cx="9129831" cy="365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1528" y="5996465"/>
            <a:ext cx="7688937" cy="541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S100A8hi_macrophage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비율이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WD에서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12주(1.45배), 24주(1.21배)엔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SD보다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높았지만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36주(0.81배)엔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역전</a:t>
            </a: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050" b="0" i="0" dirty="0">
              <a:solidFill>
                <a:srgbClr val="000000"/>
              </a:solidFill>
              <a:latin typeface="Arial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diet-dependent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경향과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일치하되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단일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샘플이라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통계적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확정은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어려움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ext/05_summary_figure.R — Assemble the external-validation summary figure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4798654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05_summary_figure.R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Builds the external-validation summary figure (Figure 5 in manuscript) from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already-computed CSVs -- no need to reload the large Seurat objects.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fig_dir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"external_validation/figures"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## ---- Panel A: GSE156057 marker profile for candidate vs neutrophil vs Kupffer ----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pct156057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"gse156057_pct_expr_by_cluster.csv"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sel_clusters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sel_labels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 (4)"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 (32)"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 (34)"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 (39)"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 (2)"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 (25)"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genes_a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"Ly6g"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"Camp"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"Csf1r"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"Cd68"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dfA = pct156057[sel_clusters, genes_a]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dfA$cluster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(sel_labels[sel_clusters],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(sel_labels[sel_clusters]))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dfA_long = dfA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pivot_longer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(-cluster, names_to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"gene"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values_to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"pct"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dfA_long$gene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(dfA_long$gene, levels = genes_a)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pA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(dfA_long,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gene, y = cluster, size = pct, color = pct))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scale_size_continuous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(range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(1, 10), limits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(0,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scale_color_gradient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(low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"grey85"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high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"#3C5488"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limits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(0,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(axis.text.x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(angle = 45, hjust =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"A. GSE156057 (CD45+): candidate clusters"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NULL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NULL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size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"% expr."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color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"% expr."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## ---- Panel B: GSE156057 S100A8hi_macrophage proportion by diet/timepoint ----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props156057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"gse156057_S100A8hi_proportions.csv"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dfB = props156057 %&gt;%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timepoint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(timepoint, levels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"24w"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"36w"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(dfB,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timepoint, y = proportion, color = diet, group = diet))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3)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geom_line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"B. S100A8hi proportion (GSE156057)"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"Timepoint"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"Proportion of CD45+ cells"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## ---- Panel C: GSE166504 -- S100a8 as a gradient, not a discrete cluster ----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pct166504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"gse166504_pct_expr_by_cluster.csv"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crosstab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"gse166504_cluster_vs_authorlabel.csv"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dominant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(crosstab, 1,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(crosstab)[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which.max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407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이미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계산된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CSV들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GSE156057의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프로필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(A)</a:t>
            </a:r>
            <a:r>
              <a:rPr lang="en-US" sz="1150" b="0" i="0" dirty="0">
                <a:solidFill>
                  <a:srgbClr val="000000"/>
                </a:solidFill>
                <a:latin typeface="Arial"/>
              </a:rPr>
              <a:t>,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시간별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비율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(B),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GSE166504의 S100a8-vs-Csf1r gradient</a:t>
            </a:r>
            <a:r>
              <a:rPr lang="en-US" sz="1150" dirty="0">
                <a:solidFill>
                  <a:srgbClr val="000000"/>
                </a:solidFill>
                <a:latin typeface="Arial"/>
              </a:rPr>
              <a:t>(C)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세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패널을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patchwork로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조합해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하나의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최종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그림으로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만들었다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40BEFC17-2F6C-7181-BEF8-F2B47424BF81}"/>
              </a:ext>
            </a:extLst>
          </p:cNvPr>
          <p:cNvSpPr/>
          <p:nvPr/>
        </p:nvSpPr>
        <p:spPr>
          <a:xfrm>
            <a:off x="5527256" y="4061296"/>
            <a:ext cx="6268504" cy="2298647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00" b="0" i="0" dirty="0" err="1">
                <a:solidFill>
                  <a:srgbClr val="D4D4D4"/>
                </a:solidFill>
                <a:latin typeface="Consolas"/>
              </a:rPr>
              <a:t>dfC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data.frame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cluster =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(pct166504),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S100a8_pct = pct166504$S100a8,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Csf1r_pct = pct166504$Csf1r,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dominant_label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dominant[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(pct166504)]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 err="1">
                <a:solidFill>
                  <a:srgbClr val="D4D4D4"/>
                </a:solidFill>
                <a:latin typeface="Consolas"/>
              </a:rPr>
              <a:t>dfC$dominant_label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>
                <a:solidFill>
                  <a:srgbClr val="DCDCAA"/>
                </a:solidFill>
                <a:latin typeface="Consolas"/>
              </a:rPr>
              <a:t>recode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dfC$dominant_label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00" b="0" i="0" dirty="0" err="1">
                <a:solidFill>
                  <a:srgbClr val="CE9178"/>
                </a:solidFill>
                <a:latin typeface="Consolas"/>
              </a:rPr>
              <a:t>Kupffer.cells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"Kupffer-dominant"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00" b="0" i="0" dirty="0" err="1">
                <a:solidFill>
                  <a:srgbClr val="CE9178"/>
                </a:solidFill>
                <a:latin typeface="Consolas"/>
              </a:rPr>
              <a:t>Monocyte.Monocyte.derived.macrophage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00" b="0" i="0" dirty="0" err="1">
                <a:solidFill>
                  <a:srgbClr val="CE9178"/>
                </a:solidFill>
                <a:latin typeface="Consolas"/>
              </a:rPr>
              <a:t>MoMF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-dominant"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"Neutrophils"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"Neutrophil-dominant"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 err="1">
                <a:solidFill>
                  <a:srgbClr val="D4D4D4"/>
                </a:solidFill>
                <a:latin typeface="Consolas"/>
              </a:rPr>
              <a:t>pC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dfC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(x = Csf1r_pct, y = S100a8_pct, color = 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dominant_label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geom_point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(size = 3)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>
                <a:solidFill>
                  <a:srgbClr val="DCDCAA"/>
                </a:solidFill>
                <a:latin typeface="Consolas"/>
              </a:rPr>
              <a:t>labs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(title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"C. GSE166504: S100a8 is a gradient, not a cluster"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     x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"% cells expressing Csf1r"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"% cells expressing S100a8"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 color = </a:t>
            </a:r>
            <a:r>
              <a:rPr sz="600" b="0" i="0" dirty="0">
                <a:solidFill>
                  <a:srgbClr val="569CD6"/>
                </a:solidFill>
                <a:latin typeface="Consolas"/>
              </a:rPr>
              <a:t>NULL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>
                <a:solidFill>
                  <a:srgbClr val="DCDCAA"/>
                </a:solidFill>
                <a:latin typeface="Consolas"/>
              </a:rPr>
              <a:t>theme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legend.position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"bottom"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fig5 = 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pA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| 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pB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pC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)) +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plot_layout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(widths = </a:t>
            </a:r>
            <a:r>
              <a:rPr sz="60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(1.3,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plot_annotation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(title =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"Figure 5. External validation of the S100A8-hi macrophage signature in two independent mouse liver </a:t>
            </a:r>
            <a:r>
              <a:rPr sz="600" b="0" i="0" dirty="0" err="1">
                <a:solidFill>
                  <a:srgbClr val="CE9178"/>
                </a:solidFill>
                <a:latin typeface="Consolas"/>
              </a:rPr>
              <a:t>scRNA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-seq datasets"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"Figure5_external_validation.png"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), fig5, width = 12, height = 7,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0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00" b="0" i="0" dirty="0">
                <a:solidFill>
                  <a:srgbClr val="CE9178"/>
                </a:solidFill>
                <a:latin typeface="Consolas"/>
              </a:rPr>
              <a:t>"Saved Figure5_external_validation.png"</a:t>
            </a:r>
            <a:r>
              <a:rPr sz="600" b="0" i="0" dirty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ext/05_summary_figure.R — Assemble the external-validation summary figure (2/2)</a:t>
            </a:r>
          </a:p>
        </p:txBody>
      </p:sp>
      <p:pic>
        <p:nvPicPr>
          <p:cNvPr id="5" name="Picture 4" descr="Figure5_extern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097" y="749841"/>
            <a:ext cx="8793805" cy="5129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24733" y="6108159"/>
            <a:ext cx="5742531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CD45+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정렬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데이터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(GSE156057)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에서는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population이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재현되지만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whole-liver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데이터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(GSE166504)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에서는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이산적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클러스터가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아닌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연속적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gradient로만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나타</a:t>
            </a:r>
            <a:r>
              <a:rPr lang="ko-KR" altLang="en-US" sz="1050" dirty="0">
                <a:solidFill>
                  <a:srgbClr val="000000"/>
                </a:solidFill>
                <a:latin typeface="Arial"/>
              </a:rPr>
              <a:t>났다</a:t>
            </a:r>
            <a:r>
              <a:rPr lang="en-US" altLang="ko-KR" sz="105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Arial"/>
              </a:rPr>
              <a:t>Part 3 — Follow-up: Origin, Trigger, Fate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000000"/>
                </a:solidFill>
                <a:latin typeface="Arial"/>
              </a:rPr>
              <a:t>원 논문이 명시적으로 미해결로 남긴 3가지 질문을 같은 데이터로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13_origin_signature_scoring.R — Origin: monocyte-recruitment vs. resident-Kupffer scoring 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13_origin_signature_scoring.R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03_scRNA_annotate_finalize.R (results/scrna_annotated.rds)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results/13_origin_marker_panel_percluster.csv, results/13_origin_scores_primary_stats.csv,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figures/13_origin_marker_dotplot.png, figures/13_origin_scores_primary.png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원 논문(Guan et al., JCI 2025)이 명시적으로 미해결로 남긴 질문: S100A8+ 대식세포가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(1) 순환 단핵구의 향상된 모집, (2) 이주 전 단핵구에서의 FFA-유도 S100A8 발현,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(3) 간 상주 대식세포의 국소 재프로그래밍 중 무엇에서 기원하는지 저자들도 모른다고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명시("detailed investigations incorporating markers... will be essential").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1차 시도(문헌 기반 5유전자 monocyte-recruitment 시그니처를 합성 모듈점수로 사용)에서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진단(sanity check) 결과, Ly6c2/Sell/Chil3가 이 데이터셋에서 Neutrophil에도 강하게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발현되어 monocyte-lineage에 특이적이지 않음을 확인했다 (Neutrophil Ly6c2 avg=2.03 vs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S100A8hi 0.19, Chil3 avg=1.95 vs 0.03 -- 단핵구 특이 마커가 아니라 일반 골수계/최근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이동 세포 마커로 작동). 또한 "Macrophage_Kupffer" 라벨(03에서 클러스터 5/10/11/18을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병합)을 유전자 수준에서 재점검한 결과 실제로는 이질적임을 발견: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- 클러스터 18 (n=290): Clec4f 99.7%/Vsig4 97.6%/Cd5l 100%, Ccr2 6.9% -&gt; 진짜 상주 Kupffer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- 클러스터 5,11 (n=1223+543=1766, 병합군의 67%): Ccr2 74-78%/Plac8 59-93%,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클러스터5는 Trem2 62%/Gpnmb 41% -&gt; 단핵구-유래/LAM-유사, 상주 마커 낮음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- 클러스터 10 (n=572): 중간형 (Clec4f 55%/Cd5l 56%, Ccr2 18%)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이에 따라 합성 점수보다 신뢰도 높은 유전자별 발현표를 1차 근거로 삼고, "Macrophage_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Kupffer"를 origin이 뚜렷이 다른 두 하위군(Kupffer_resident = 18+10, Macrophage_MoMF_LAM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 5+11)으로 나눠 S100A8hi_macrophage와 비교한다. Neutrophil은 골수계 계통 음성대조.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cohens_d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(x); ny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pooled_sd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sqrt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(((nx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+ (ny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(nx + ny - 2))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pooled_sd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group_compare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comparison, score)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suppressWarnings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wilcox.test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exact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comparison = comparison, score = score,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mean_y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mean_diff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cohens_d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cohens_d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welch_t_p = tt$p.value,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wilcoxon_p = wt$p.value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"scrna_annotated.rds"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203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문헌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기반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(Guilliams 2022 Cell 등)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monocyte-recruitment(Ly6c2/Ccr2/Sell/Plac8/Chil3)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vs resident-Kupffer(Clec4f/Timd4/Vsig4/Cd5l/Marco)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패널로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sanity check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합쳐졌던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Macrophage_Kupffer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"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라벨의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4개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서브클러스터를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쪼개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각각의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pct-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expressing을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비교했다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13_origin_signature_scoring.R — Origin: monocyte-recruitment vs. resident-Kupffer scoring 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refined origin groups, replacing the single merged "Macrophage_Kupffer" label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cluster_to_origin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(cluster_to_origin[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(annotated$seurat_clusters)])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target_clusters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(annotated, subset = origin_group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(sub$origin_group, levels =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"Cells per refined origin group:"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(sub$origin_group))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--- 1) primary evidence: per-gene pct-expressing / avg-expr, not a composite score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monocyte_sig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"Ly6c2"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"Ccr2"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"Plac8"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"Chil3"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resident_sig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"Timd4"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"Vsig4"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"Cd5l"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"Marco"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lam_sig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"Trem2"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"Gpnmb"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(monocyte_sig, resident_sig, lam_sig),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(genes,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)[g, ], sub$origin_group,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&gt; 0)))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avg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(genes,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)[g, ], sub$origin_group, mean))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panel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(pct), pct[, genes])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(avg), avg[, genes], check.names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"origin_group"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suffix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"_pct"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"_avg"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(panel,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"13_origin_marker_panel_percluster.csv"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pct expressing, by refined origin group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(pct, 3))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p_dot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DotPlot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genes,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"origin_group"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RotatedAxis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"Origin/identity marker panel by refined group (S100A8hi vs resident-Kupffer vs MoMF/LAM vs Neutrophil)"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"13_origin_marker_dotplot.png"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p_dot, width = 9, height = 4.5,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--- 2) composite module scores, reported alongside the per-gene panel (not in place of it) ---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mono_present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(monocyte_sig,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resi_present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(resident_sig,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(mono_present),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"MonocyteScore"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(resi_present),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"ResidentScore"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sub$MonocyteScore = sub$MonocyteScore1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sub$ResidentScore = sub$ResidentScore1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sub@meta.data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comparisons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all_stats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(cmp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comparisons)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(sc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"MonocyteScore"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"ResidentScore"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x = meta[[sc]][meta$origin_group == cmp[1]]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13_origin_signature_scoring.R — Origin: monocyte-recruitment vs. resident-Kupffer scoring 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5305466" cy="257102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y = meta[[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meta$origin_group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[2]]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all_stats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[[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all_stats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+ 1]]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group_compare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(x, y,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[1],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"vs"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[2]),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stats_df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all_stats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welch_p_BH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welch_t_p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(score, comparison)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stats_df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"13_origin_scores_primary_stats.csv"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"\n=== Composite module-score comparisons (secondary evidence; BH within this 8-test family) ==="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stats_df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(comparison, score,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mean_diff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cohens_d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p1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(meta,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origin_group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MonocyteScore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origin_group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geom_violin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(trim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(width = 0.1,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outlier.shape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"white"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legend.position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axis.text.x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(angle = 30,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hjust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"Monocyte-recruitment score (Ccr2/Plac8/Ly6c2/Sell/Chil3 composite)"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p2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(meta,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origin_group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ResidentScore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origin_group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geom_violin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(trim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(width = 0.1,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outlier.shape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"white"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legend.position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axis.text.x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element_text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(angle = 30,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hjust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1))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"Resident-Kupffer score (Clec4f/Timd4/Vsig4/Cd5l/Marco composite)"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fig_dir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"13_origin_scores_primary.png"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p1 + p2, width = 11, height = 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"\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nDone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: primary-dataset origin scoring complete (refined 4-group design)."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0293" y="937342"/>
            <a:ext cx="6074145" cy="592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recruitment(Ly6c2/Ccr2/Sell/Plac8/Chil3) vs resident-Kupffer(Clec4f/Timd4/Vsig4/Cd5l/Marco)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마커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패널로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sanity check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합쳐졌던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Macrophage_Kupffer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"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라벨의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4개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서브클러스터를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쪼개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각각의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pct-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expressing을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직접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비교했다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13_origin_marker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62" y="3612853"/>
            <a:ext cx="6398854" cy="319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7728" y="3645522"/>
            <a:ext cx="4828032" cy="541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클러스터18(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진짜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상주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Kupffer, Clec4f 99.7%/Ccr2 7%)과 </a:t>
            </a:r>
            <a:endParaRPr lang="en-US" sz="10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클러스터5+11(67%, Ccr2 74-78%인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단핵구유래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/LAM-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나뉨을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발견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했음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또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S100A8hi는 이 둘 중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어느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쪽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시그니처도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갖지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않았다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 err="1">
                <a:solidFill>
                  <a:srgbClr val="000000"/>
                </a:solidFill>
                <a:latin typeface="Arial"/>
              </a:rPr>
              <a:t>ext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/06_origin_signature_scoring.R — Cross-dataset check of the origin finding (1/4)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06_origin_signature_scoring.R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03_gse156057_qc_cluster.R (gse156057_annotated.rds + gse156057_pct_expr_by_cluster.csv),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02_gse166504_cluster_annotate.R (gse166504_annotated.rds)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external_validation/results/06_origin_scores_gse156057_stats.csv,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external_validation/results/06_origin_scores_gse166504_correlation.csv,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external_validation/figures/06_origin_scores_*.png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Cross-dataset replication of scripts/13_origin_signature_scoring.R's question (does the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S100A8-hi population look monocyte-derived or resident-Kupffer-reprogrammed?) in the two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independent external datasets already used for signature-reproducibility validation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(Results 3.5 of the manuscript). GSE156057 has a discrete S100A8hi cluster (like the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primary dataset) so the same 3-group comparison applies. GSE166504 does NOT resolve 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discrete S100A8hi cluster (only a continuous S100a8 gradient across myeloid clusters,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per the manuscript's own finding) -- so there we test the weaker, cluster-level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correlation question instead: across the 18 myeloid clusters, does higher S100a8 signal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track more closely with the monocyte-recruitment score or the resident-Kupffer score?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results_dir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fig_dir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"external_validation/figures"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cohens_d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(x); ny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pooled_sd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sqrt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(((nx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+ (ny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(nx + ny - 2))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pooled_sd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group_compare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comparison, score)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suppressWarnings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wilcox.test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exact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comparison = comparison, score = score,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mean_y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mean_diff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cohens_d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cohens_d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welch_t_p = tt$p.value,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wilcoxon_p = wt$p.value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monocyte_sig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"Ly6c2"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"Ccr2"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"Sell"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"Plac8"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"Chil3"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resident_sig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"Clec4f"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"Timd4"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"Vsig4"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"Cd5l"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"Marco"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============================================================== GSE156057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obj156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"gse156057_pct_expr_by_cluster.csv"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800600" cy="10000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 b="0" i="0" dirty="0">
                <a:solidFill>
                  <a:srgbClr val="000000"/>
                </a:solidFill>
                <a:latin typeface="Arial"/>
              </a:rPr>
              <a:t>바로</a:t>
            </a:r>
            <a:r>
              <a:rPr lang="en-US"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150" dirty="0">
                <a:solidFill>
                  <a:srgbClr val="000000"/>
                </a:solidFill>
                <a:latin typeface="Arial"/>
              </a:rPr>
              <a:t>앞 슬라이드와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동일한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monocyte/resident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시그니처를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GSE156057(discrete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3개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재확인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)과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GSE166504(discrete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없음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클러스터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평균값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상관분석으로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대체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각각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적용해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origin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발견이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다른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Arial"/>
              </a:rPr>
              <a:t>dataset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에서도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일관되는지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검증했다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ext/06_origin_signature_scoring.R — Cross-dataset check of the origin finding (2/4)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Same cluster-identity logic as 04_gse156057_proportions.R (</a:t>
            </a:r>
            <a:r>
              <a:rPr sz="650" b="0" i="0" dirty="0" err="1">
                <a:solidFill>
                  <a:srgbClr val="6A9955"/>
                </a:solidFill>
                <a:latin typeface="Consolas"/>
              </a:rPr>
              <a:t>cell_class</a:t>
            </a:r>
            <a:r>
              <a:rPr sz="650" b="0" i="0" dirty="0">
                <a:solidFill>
                  <a:srgbClr val="6A9955"/>
                </a:solidFill>
                <a:latin typeface="Consolas"/>
              </a:rPr>
              <a:t> was never written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6A9955"/>
                </a:solidFill>
                <a:latin typeface="Consolas"/>
              </a:rPr>
              <a:t># back into the saved object, only into the proportions CSV -- recomputed here identically).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s100a8hi_clusters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(pct)[pct$S100a8 &gt; 0.9 &amp; pct$S100a9 &gt; 0.9 &amp;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                            pct$Ly6g &lt; 0.1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pct$Camp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&lt; 0.1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pct$Ltf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&lt; 0.1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pct$Ngp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&lt; 0.1]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neutrophil_clusters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(pct)[pct$S100a8 &gt; 0.9 &amp; pct$S100a9 &gt; 0.9 &amp;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                              pct$Ly6g &gt; 0.5 &amp;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pct$Camp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&gt; 0.5]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 err="1">
                <a:solidFill>
                  <a:srgbClr val="D4D4D4"/>
                </a:solidFill>
                <a:latin typeface="Consolas"/>
              </a:rPr>
              <a:t>kupffer_clusters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(pct)[pct$Clec4f &gt; 0.7 &amp; pct$S100a8 &lt; 0.2]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obj156$cell_class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case_when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(obj156$seurat_clusters)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s100a8hi_clusters ~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(obj156$seurat_clusters)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neutrophil_clusters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~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(obj156$seurat_clusters)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kupffer_clusters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~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~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"Other"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mono156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monocyte_sig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resi156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resident_sig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obj156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(obj156, features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(mono156), name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MonocyteScore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obj156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(obj156, features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(resi156), name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ResidentScore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obj156$MonocyteScore = obj156$MonocyteScore1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obj156$ResidentScore = obj156$ResidentScore1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meta156 = obj156@meta.data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target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meta156_sub = meta156 %&gt;%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cell_class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%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% target)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comparisons156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stats156 =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comparisons156)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MonocyteScore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 err="1">
                <a:solidFill>
                  <a:srgbClr val="CE9178"/>
                </a:solidFill>
                <a:latin typeface="Consolas"/>
              </a:rPr>
              <a:t>ResidentScore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x = meta156_sub[[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]][meta156_sub$cell_class ==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[1]]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y = meta156_sub[[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]][meta156_sub$cell_class ==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[2]]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stats156[[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(stats156) + 1]]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group_compare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(x, y,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[1],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"vs"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cmp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[2]),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sc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stats156_df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(stats156)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welch_p_BH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welch_t_p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method =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(score, comparison)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(stats156_df, </a:t>
            </a:r>
            <a:r>
              <a:rPr sz="650" b="0" i="0" dirty="0" err="1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results_dir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"06_origin_scores_gse156057_stats.csv"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row.names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 dirty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 dirty="0">
                <a:solidFill>
                  <a:srgbClr val="CE9178"/>
                </a:solidFill>
                <a:latin typeface="Consolas"/>
              </a:rPr>
              <a:t>"=== GSE156057: origin-signature score comparisons ==="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(stats156_df %&gt;% </a:t>
            </a:r>
            <a:r>
              <a:rPr sz="650" b="0" i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(comparison, score,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n_x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n_y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mean_diff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cohens_d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 dirty="0" err="1">
                <a:solidFill>
                  <a:srgbClr val="D4D4D4"/>
                </a:solidFill>
                <a:latin typeface="Consolas"/>
              </a:rPr>
              <a:t>wilcoxon_p_BH</a:t>
            </a:r>
            <a:r>
              <a:rPr sz="650" b="0" i="0" dirty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 dirty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ext/06_origin_signature_scoring.R — Cross-dataset check of the origin finding (3/4)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p156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(meta156_sub,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(cell_class, levels = target), y = MonocyteScore, fill = cell_class))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geom_violin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(trim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(width = 0.1, outlier.shape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"white"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(legend.position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"GSE156057: monocyte-recruitment 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NULL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p156b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(meta156_sub,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(cell_class, levels = target), y = ResidentScore, fill = cell_class))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geom_violin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(trim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geom_boxplot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(width = 0.1, outlier.shape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fill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"white"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(legend.position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"none"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"GSE156057: resident-Kupffer 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NULL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"06_origin_scores_gse156057.png"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p156 + p156b, width = 10, height = 4.5,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============================================================== GSE166504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No discrete S100A8hi cluster here (manuscript's own finding: gradient, not cluster) --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so this dataset gets a cluster-level correlation test instead of a 3-group comparison.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mono166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(monocyte_sig,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(obj166))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resi166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(resident_sig,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(obj166))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(obj166,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(mono166),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"MonocyteScore"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(obj166,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(resi166),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"ResidentScore"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obj166$MonocyteScore = obj166$MonocyteScore1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obj166$ResidentScore = obj166$ResidentScore1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obj166$S100a8_expr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(obj166,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cluster_avg = obj166@meta.data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(seurat_clusters)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summarise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(S100a8_expr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(S100a8_expr),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MonocyteScore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(MonocyteScore),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ResidentScore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(ResidentScore),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n_cells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cor_mono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(cluster_avg$S100a8_expr, cluster_avg$MonocyteScore,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cor_resi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(cluster_avg$S100a8_expr, cluster_avg$ResidentScore,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cor166_df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score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"MonocyteScore"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"ResidentScore"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spearman_rho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(cor_mono$estimate),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(cor_resi$estimate)),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p_value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(cor_mono$p.value, cor_resi$p.value)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(cor166_df,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"06_origin_scores_gse166504_correlation.csv"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"06_origin_scores_gse166504_cluster_avg.csv"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GSE166504: cluster-level S100a8 vs origin-score correlation (18 myeloid clusters)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(cor166_df)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ext/06_origin_signature_scoring.R — Cross-dataset check of the origin finding (4/4)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1141054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p166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MonocyteScore, y = S100a8_expr))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n_cells))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"GSE166504: cluster-avg S100a8 vs monocyte-recruitment 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p166b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(cluster_avg,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ResidentScore, y = S100a8_expr))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n_cells))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"GSE166504: cluster-avg S100a8 vs resident-Kupffer 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"06_origin_scores_gse166504.png"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p166 + p166b, width = 11, height = 4.5,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"\nDone: cross-dataset origin scoring complete."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06_origin_scores_gse166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2169269"/>
            <a:ext cx="8778240" cy="3591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4565" y="6159110"/>
            <a:ext cx="8262869" cy="169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GSE166504에서는 resident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score가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S100a8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gradient와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약한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음의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상관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(rho=-0.47, p=0.05)을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보여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부분적으로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일관된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방향을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</a:rPr>
              <a:t>보였다</a:t>
            </a:r>
            <a:r>
              <a:rPr lang="en-US" altLang="ko-KR" sz="1050" b="0" i="0" dirty="0">
                <a:solidFill>
                  <a:srgbClr val="000000"/>
                </a:solidFill>
                <a:latin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14_tf_activity_inference.R — Trigger: does C/EBP or AP-1 explain S100A8 induction? (1/4)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14_tf_activity_inference.R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05_bulk_load_merge.R (bulk_counts.rds), 06_deconvolution.R (06_deconvolution_props.csv),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03_scRNA_annotate_finalize.R (scrna_annotated.rds)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results/14_tf_bulk_correlation.csv, results/14_tf_scrna_percluster.csv,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results/14_tf_scrna_stats.csv, figures/14_tf_*.png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원 논문 Discussion이 명시적으로 제안했지만 테스트하지 않은 가설: "PA나 사멸 지방세포 유래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EV가 C/EBP나 AP-1을 통해 S100A8 발현을 조절하는지 테스트해보면 흥미로울 것"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("It would be interesting to test whether PA or EVs...upregulate S100A8...by regulating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C/EBP and AP-1").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원래 계획은 decoupleR + CollecTRI/DoRothEA 마우스 regulon으로 정식 TF activity inference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(타겟 유전자 발현 기반)를 시도하는 것이었으나, OmnipathR 3.18.4 / decoupleR 2.16.0 조합에서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서버 데이터 스키마 변경으로 get_collectri()/get_dorothea()/import_transcriptional_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interactions() 모두 "argument is of length zero" 오류로 실패 (패키지 버전 비호환, 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환경에서 재현 확인, 별도 조치 없이는 해결 불가). 계획에 명시된 대체 방안대로 전환: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정식 activity score 대신 C/EBP(Cebpa/Cebpb/Cebpd) vs AP-1(Fos/Fosb/Jun/Junb/Jund/Atf3)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계열 TF 자체의 mRNA 발현을 직접 사용한다. AP-1 계열은 특히 immediate-early gene이라 자기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발현량 자체가 경로 활성화의 표준 readout으로 흔히 쓰이므로, 완전한 대체는 아니지만 타당한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근사치다. 이는 상관관계이지 인과관계 증명이 아님을 명시한다.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cohens_d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nx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(x); ny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pooled_sd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sqrt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(((nx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+ (ny - 1) *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var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(nx + ny - 2))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(y)) / pooled_sd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group_compare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comparison, score)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wt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suppressWarnings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wilcox.test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exact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(comparison = comparison, score = score, 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mean_x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(x), mean_y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 mean_diff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-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(y),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cohens_d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cohens_d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y), welch_t_p = tt$p.value, wilcoxon_p = wt$p.value)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cebp_genes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"Cebpa"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"Cebpb"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"Cebpd"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ap1_genes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"Fos"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"Fosb"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"Jun"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"Junb"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"Jund"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"Atf3"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============================================================ 1) BULK RNA-seq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bulk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"bulk_counts.rds"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"06_deconvolution_props.csv"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lib_size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colSums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(bulk$counts)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logcpm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log2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sweep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(bulk$counts, 2, lib_size,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"/"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* 1e6 + 1)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tf_genes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(cebp_genes, ap1_genes),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(logcpm))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"TF genes present in bulk data: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(tf_genes,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800600" cy="1814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논문이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제안만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테스트하지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않은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C/EBP·AP-1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가설을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150" dirty="0">
                <a:solidFill>
                  <a:srgbClr val="000000"/>
                </a:solidFill>
                <a:latin typeface="Arial"/>
              </a:rPr>
              <a:t>확인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decoupleR+CollecTRI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DoRothEA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정식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TF activity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inferenc를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시도했으나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OmnipathR의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organism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데이터베이스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파싱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버그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(GitHub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공식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이슈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#128/#121,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최신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개발버전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설치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후에도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재현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)로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실패했다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lang="en-US" sz="115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대안으로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C/EBP(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Cebpa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/b/d), AP-1(Fos/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Fosb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/Jun/Junb/Jund/Atf3)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자체의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mRNA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34개 bulk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S100a9/S100A8hi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존재비와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상관분석</a:t>
            </a:r>
            <a:r>
              <a:rPr lang="ko-KR" altLang="en-US" sz="1150" b="0" i="0" dirty="0">
                <a:solidFill>
                  <a:srgbClr val="000000"/>
                </a:solidFill>
                <a:latin typeface="Arial"/>
              </a:rPr>
              <a:t>해봤다</a:t>
            </a:r>
            <a:r>
              <a:rPr lang="en-US" altLang="ko-KR" sz="1150" b="0" i="0" dirty="0">
                <a:solidFill>
                  <a:srgbClr val="000000"/>
                </a:solidFill>
                <a:latin typeface="Arial"/>
              </a:rPr>
              <a:t>.</a:t>
            </a:r>
            <a:endParaRPr sz="115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14_tf_activity_inference.R — Trigger: does C/EBP or AP-1 explain S100A8 induction? (2/4)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tf_expr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(logcpm[tf_genes, , drop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tf_expr$sample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(tf_expr)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(tf_expr,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"sample"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S100a8 itself was dropped from the 12,505-gene axis1/axis2 common-gene intersection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(05_bulk_load_merge.R) -- not present in this bulk count matrix. S100a9 (its obligate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heterodimer partner, used jointly with S100a8 to define S100A8hi_macrophage throughout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this project) is present and used as the bulk expression proxy instead.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merged$S100a9_expr = logcpm[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merged$sample]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targets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"S100a9_expr"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subsets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"all34"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"HFD19"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bulk_cor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expand.grid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 = tf_genes, target = targets, subset = subsets, stringsAsFactors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rowwise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tf_family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cebp_genes,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"C/EBP"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"AP-1"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dat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(subset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"HFD19"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merged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(diet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"HFD"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merged),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r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(dat[[tf_gene]], dat[[target]],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p_value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cor.test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(dat[[tf_gene]], dat[[target]],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"spearman"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)$p.value,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(dat)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(-dat)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(subset, target)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(p_value,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ungroup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(subset, target, p_value)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(bulk_cor,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"14_tf_bulk_correlation.csv"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Bulk: TF mRNA vs S100a9 expression / S100A8hi_macrophage score (Spearman, BH within subset x target)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(bulk_cor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(target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"S100a9_expr"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subset ==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"all34"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(tf_family, tf_gene, r, p_value, p_BH), n = 20)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p_bulk = merged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(sample, diet, S100a9_expr,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(tf_genes))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tidyr::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pivot_longer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(tf_genes), names_to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"tf_gene"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values_to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"tf_expr"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(tf_family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ifelse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(tf_gene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cebp_genes,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"C/EBP"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"AP-1"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tf_expr, y = S100a9_expr, color = tf_family))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(alpha = 0.6)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facet_wrap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(~tf_gene, scales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"free_x"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"Bulk (all 34 samples): TF mRNA vs S100a9 expression"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x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"TF log2(CPM+1)"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"S100a9 log2(CPM+1)"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"14_tf_bulk_correlation.png"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p_bulk, width = 11, height = 7,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======================================================== 2) scRNA (primary ref)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동일한 정제된 4-그룹 origin 설계(Module 1) 재사용: S100A8hi_macrophage / Kupffer_resident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(클러스터 18+10) / Macrophage_MoMF_LAM (클러스터 5+11) / Neutrophil (클러스터 23).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"scrna_annotated.rds"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cluster_to_origin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14_tf_activity_inference.R — Trigger: does C/EBP or AP-1 explain S100A8 induction? (3/4)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(cluster_to_origin[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(annotated$seurat_clusters)])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target_clusters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(annotated, subset = origin_group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(sub$origin_group, levels =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tf_present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(cebp_genes, ap1_genes),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"\nTF genes present in scRNA data: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(tf_present, collapse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",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(tf_present,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)[g, ], sub$origin_group,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mean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&gt; 0)))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avg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(tf_present,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(g)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GetAssayData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layer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"data"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)[g, ], sub$origin_group, mean))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panel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(pct), pct[, tf_present])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left_join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(avg), avg[, tf_present], check.names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"origin_group"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suffix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"_pct"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"_avg"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(panel,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"14_tf_scrna_percluster.csv"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scRNA: pct expressing TF genes, by refined origin group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);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round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(pct, 3))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cebp_present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(cebp_genes,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ap1_present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(ap1_genes,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(cebp_present),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"CebpScore"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(ap1_present),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"Ap1Score"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sub$CebpScore = sub$CebpScore1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sub$Ap1Score = sub$Ap1Score1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meta = sub@meta.data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comparisons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all_stats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(cmp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comparisons)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(sc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"CebpScore"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"Ap1Score"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x = meta[[sc]][meta$origin_group == cmp[1]]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y = meta[[sc]][meta$origin_group == cmp[2]]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all_stats[[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length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(all_stats) + 1]]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group_compare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(x, y,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(cmp[1],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"vs"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cmp[2]), sc)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stats_df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bind_rows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(all_stats)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mutate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(welch_t_p,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wilcoxon_p_BH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p.adjust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(wilcoxon_p, 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"BH"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arrange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(score, comparison)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(stats_df,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"14_tf_scrna_stats.csv"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scRNA: C/EBP-score and AP1-score composite comparisons (BH within this 6-test family)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(stats_df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select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(comparison, score, n_x, n_y, mean_diff, cohens_d, wilcoxon_p, wilcoxon_p_BH))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44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E85CF222-6495-2A10-7B81-60020DA5F097}"/>
              </a:ext>
            </a:extLst>
          </p:cNvPr>
          <p:cNvSpPr/>
          <p:nvPr/>
        </p:nvSpPr>
        <p:spPr>
          <a:xfrm>
            <a:off x="365760" y="5979608"/>
            <a:ext cx="6720840" cy="62548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p_dot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DotPlot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tf_present,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"origin_group"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RotatedAxis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"C/EBP and AP-1 family TF mRNA by refined origin 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"14_tf_scrna_dotplot.png"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p_dot, width = 9, height = 4.5,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"\nDone: TF mRNA-expression proxy analysis complete (decoupleR/CollecTRI unavailable in this environment)."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14_tf_activity_inference.R — Trigger: does C/EBP or AP-1 explain S100A8 induction?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1557"/>
            <a:ext cx="11457432" cy="389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논문이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제안만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하고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테스트하지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않은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C/EBP·AP-1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가설을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검증하기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C/EBP(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Cebpa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/b/d), AP-1(Fos/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Fosb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/Jun/Junb/Jund/Atf3)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자체의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mRNA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발현을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34개 bulk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샘플과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scRNA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S100a9/S100A8hi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존재비와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상관분석했다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14_tf_bulk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98" y="1073295"/>
            <a:ext cx="8009755" cy="5097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83474" y="6252545"/>
            <a:ext cx="5822004" cy="355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9개 TF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유전자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중 BH q&lt;0.05에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도달한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것은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없었다</a:t>
            </a:r>
            <a:r>
              <a:rPr lang="en-US" sz="105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000000"/>
                </a:solidFill>
                <a:latin typeface="Arial"/>
              </a:rPr>
              <a:t>Cebpa는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오히려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S100A8hi에서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가장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낮아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(4.4%) "C/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EBP가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열쇠"라는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가설과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정반대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방향이었다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000000"/>
                </a:solidFill>
                <a:latin typeface="Arial"/>
              </a:rPr>
              <a:t>15_fate_trajectory.R — Fate: transient recruitment or a maturing state? 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15_fate_trajectory.R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Requires: 03_scRNA_annotate_finalize.R (scrna_annotated.rds), 13_origin_signature_scoring.R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(same refined origin-group logic), external_validation/results/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gse156057_S100A8hi_proportions.csv (04_gse156057_proportions.R)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Provides: results/15_fate_neighbor_purity.csv, results/15_fate_compositional_trend.csv,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      figures/15_fate_*.png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원 논문은 HFD 4개월 딱 한 시점만 scRNA로 봐서, S100A8hi_macrophage가 (a) 계속 유지되는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안정적 상태인지 (b) 시간이 지나며 다른 상태(예: LAM-유사 성숙 대식세포)로 이행하는 전이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상태인지 전혀 알 수 없다. 정식 pseudotime 소프트웨어(slingshot/monocle3)는 이 환경에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설치되어 있지 않아(계획서에 명시한 리스크) 두 가지 저위험 대안으로 접근: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(a) 구성비 시간 추세: 이미 계산된 GSE156057(12/24/36주 시계열)의 S100A8hi_macrophage와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Kupffer 구성비가 반대 방향으로 움직이는지(성숙 모델과 부합) 아니면 독립적으로 식이만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따라가는지(지속 모집 모델과 부합) 검정.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(b) 전사체적 연속성: Module 1에서 발견한 정제된 4-그룹(S100A8hi_macrophage/Kupffer_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resident/Macrophage_MoMF_LAM/Neutrophil)에 한정해 PCA 최근접이웃 구성을 본다.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S100A8hi 세포의 이웃 대부분이 S100A8hi 자신이면 안정된 별개 상태, MoMF_LAM 쪽으로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    상당수 새어나가면(neighbor "leakage") 전이 중인 연속체에 가깝다는 뜻.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source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"scripts/00_setup.R"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============================================== (a) GSE156057 compositional trend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"external_validation/results"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"gse156057_S100A8hi_proportions.csv"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props$timepoint_num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as.numeric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props$timepoint))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trend_test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(df, cls, diet_level)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d = df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== cls, diet == diet_level)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(d) &lt; 3)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= cls, diet = diet_level, 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                        slope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p_value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NA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fit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lm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(proportion ~ timepoint_num, data = 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summary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(fit)$coefficients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= cls, diet = diet_level, 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nrow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(d),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slope = s[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"timepoint_num"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"Estimate"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], p_value = s[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"timepoint_num"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"Pr(&gt;|t|)"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trend_results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expand.grid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diet_level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"WD"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                      stringsAsFactors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purrr::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pmap_dfr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(cls, diet_level)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trend_test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(props, cls, diet_level))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(trend_results,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"15_fate_compositional_trend.csv"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"=== GSE156057: proportion ~ timepoint slope, by cell class and diet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(trend_results)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"\nInterpretation: opposite-signed WD slopes for S100A8hi_macrophage vs Kupffer would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"support a maturation (S100A8hi -&gt; Kupffer-like) model; same-signed or flat slopes support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"independent, diet-driven recruitment of both without direct conversion."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407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S100A8hi가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시간이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지나며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Kupffer/LAM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상태로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성숙하는지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확인하기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위해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두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가지를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: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(a) GSE156057의 12/24/36주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시계열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S100A8hi/Kupffer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비율의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시간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추세를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선형회귀로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,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1150" b="0" i="0" dirty="0">
                <a:solidFill>
                  <a:srgbClr val="000000"/>
                </a:solidFill>
                <a:latin typeface="Arial"/>
              </a:rPr>
              <a:t>(b)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정제된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4개 origin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group만으로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새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PCA를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만들어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각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세포의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 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k=30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최근접이웃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구성을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origin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group별로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집계하는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범위에서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endParaRPr lang="en-US" sz="115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     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전사체적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연속성을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000000"/>
                </a:solidFill>
                <a:latin typeface="Arial"/>
              </a:rPr>
              <a:t>검정했다</a:t>
            </a:r>
            <a:r>
              <a:rPr sz="11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15_fate_trajectory.R — Fate: transient recruitment or a maturing state? 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521208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p_trend = props %&gt;%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(cell_class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(x = timepoint_num, y = proportion, color = diet))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geom_point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(size = 3)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geom_smooth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(method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facet_wrap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(~cell_class, scales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"free_y"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theme_bw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labs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(title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"GSE156057: S100A8hi_macrophage vs Kupffer proportion over time"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     x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"Timepoint (weeks)"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"Proportion of CD45+ cells"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"15_fate_compositional_trend.png"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p_trend, width = 9, height = 4.5,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===================================== (b) transcriptional continuity (primary ref) ==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readRDS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"scrna_annotated.rds"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cluster_to_origin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"18"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"10"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"5"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"11"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"23"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annotated$origin_group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unname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(cluster_to_origin[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(annotated$seurat_clusters)])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target_clusters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"Kupffer_resident"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"Macrophage_MoMF_LAM"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"Neutrophil"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subset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(annotated, subset = origin_group %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in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%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sub$origin_group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(sub$origin_group, levels = target_clusters)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Fresh PCA/neighbor graph restricted to just these 4 groups, so neighbor composition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6A9955"/>
                </a:solidFill>
                <a:latin typeface="Consolas"/>
              </a:rPr>
              <a:t># isn't diluted by hepatocytes/endothelial/etc.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FindVariableFeatures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nfeatures = 2000, verbose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ScaleData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verbose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RunPCA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npcs = 20, verbose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RunUMAP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dims = 1:20, verbose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pca_mat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Embeddings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"pca"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)[, 1:20]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k = 30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nn = FNN::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get.knn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(pca_mat, k = k)$nn.index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origin_vec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as.character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(sub$origin_group)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neighbor_composition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apply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(nn, 1,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function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(idx)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table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factor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(origin_vec[idx], levels = target_clusters))))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neighbor_composition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(neighbor_composition / k)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neighbor_composition$own_group = origin_vec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purity_summary = neighbor_composition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group_by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(own_group)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summarise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across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(target_clusters), mean), n_cells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n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()) %&gt;%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rename_with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(~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paste0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"pct_neighbors_"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.x),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all_of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(target_clusters))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write.csv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(purity_summary,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(results_dir,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"15_fate_neighbor_purity.csv"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row.names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FALSE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"\n=== Mean fraction of k=30 nearest PCA-space neighbors belonging to each origin group ==="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print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as.data.frame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(purity_summary))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"\nInterpretation: high on-diagonal values (own group's neighbors mostly the same group)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"indicate discrete, well-separated states. Substantial off-diagonal 'leakage' from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"S100A8hi_macrophage into Macrophage_MoMF_LAM (or vice versa) would indicate a 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"transcriptional continuum consistent with an ongoing transition between the two."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15_fate_trajectory.R — Fate: transient recruitment or a maturing state? 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1399032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bIns="73152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p_umap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DimPlot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group.by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"origin_group"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label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repel = </a:t>
            </a:r>
            <a:r>
              <a:rPr sz="650" b="0" i="0">
                <a:solidFill>
                  <a:srgbClr val="569CD6"/>
                </a:solidFill>
                <a:latin typeface="Consolas"/>
              </a:rPr>
              <a:t>TRUE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"Refined origin groups, restricted UMAP (S100A8hi/Kupffer_resident/MoMF_LAM/Neutrophil)"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lam_present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intersect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c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"Trem2"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"Gpnmb"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rownames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AddModuleScore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list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(lam_present), name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"LamScore"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sub$LamScore = sub$LamScore1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p_lam =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FeaturePlot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(sub, features =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"LamScore"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 + 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ggtitle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"Trem2/Gpnmb (LAM) module score"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"15_fate_umap_origin.png"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p_umap, width = 7, height = 5.5,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ggsave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DCDCAA"/>
                </a:solidFill>
                <a:latin typeface="Consolas"/>
              </a:rPr>
              <a:t>file.path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(fig_dir, 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"15_fate_umap_lamscore.png"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), p_lam, width = 6.5, height = 5.5, dpi = 300)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DCDCAA"/>
                </a:solidFill>
                <a:latin typeface="Consolas"/>
              </a:rPr>
              <a:t>message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650" b="0" i="0">
                <a:solidFill>
                  <a:srgbClr val="CE9178"/>
                </a:solidFill>
                <a:latin typeface="Consolas"/>
              </a:rPr>
              <a:t>"\nDone: fate/trajectory analysis complete."</a:t>
            </a:r>
            <a:r>
              <a:rPr sz="650" b="0" i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15_fate_umap_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5" y="2414015"/>
            <a:ext cx="5524812" cy="4340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8057" y="2546324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>
                <a:solidFill>
                  <a:srgbClr val="000000"/>
                </a:solidFill>
                <a:latin typeface="Arial"/>
              </a:rPr>
              <a:t>S100A8hi는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이웃의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96.2%가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자기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그룹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(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고립된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독립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상태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)인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반면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Kupffer_resident와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MoMF_LAM은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7.3%/2.6%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서로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섞여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--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알려진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단핵구→Kupffer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분화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연속체와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일치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 S100A8hi는 이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궤적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위의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한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지점이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</a:rPr>
              <a:t>아니다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Summary and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000000"/>
                </a:solidFill>
                <a:latin typeface="Arial"/>
              </a:rPr>
              <a:t>Primary manuscript finding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지방생성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유전자와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상관된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것은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S100A8hi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서브셋이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일반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대식세포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/Kupffer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총량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(r=0.74 vs r=0.11)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외부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검증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: CD45+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정렬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데이터에서는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재현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, whole-liver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데이터에서는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gradient로만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관찰</a:t>
            </a:r>
            <a:endParaRPr sz="14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MKO axis2의 null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결과는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효과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없음"이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아니라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"underpowered" (Cohen's d&gt;=2.0-2.4만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검출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가능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000000"/>
                </a:solidFill>
                <a:latin typeface="Arial"/>
              </a:rPr>
              <a:t>Follow-up finding (origin / trigger / fate)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"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Macrophage_Kupffer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"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라벨이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실제로는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진짜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상주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Kupffer + Ccr2-high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단핵구유래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/LAM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혼합이었음을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발견</a:t>
            </a:r>
            <a:endParaRPr sz="14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S100A8hi는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고전적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Ccr2-의존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모집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시그니처도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, C/EBP·AP-1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유발도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단핵구→Kupffer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분화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궤적도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아닌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독립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상태</a:t>
            </a:r>
            <a:endParaRPr sz="1400" b="0" i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-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결론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: 원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논문이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"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아마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최근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모집된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단핵구겠지"로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넘긴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이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population은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아직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이름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붙지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않은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급성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반응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상태에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가깝다</a:t>
            </a:r>
            <a:endParaRPr sz="14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Arial"/>
              </a:rPr>
              <a:t>Thank You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000000"/>
                </a:solidFill>
                <a:latin typeface="Arial"/>
              </a:rPr>
              <a:t>Questions &amp; Discussion  |  bioinform25/project1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25991</Words>
  <Application>Microsoft Office PowerPoint</Application>
  <PresentationFormat>와이드스크린</PresentationFormat>
  <Paragraphs>1869</Paragraphs>
  <Slides>51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맑은 고딕</vt:lpstr>
      <vt:lpstr>Arial</vt:lpstr>
      <vt:lpstr>Calibri</vt:lpstr>
      <vt:lpstr>Consolas</vt:lpstr>
      <vt:lpstr>Courier New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창우 이</cp:lastModifiedBy>
  <cp:revision>7</cp:revision>
  <dcterms:created xsi:type="dcterms:W3CDTF">2013-01-27T09:14:16Z</dcterms:created>
  <dcterms:modified xsi:type="dcterms:W3CDTF">2026-07-12T13:06:20Z</dcterms:modified>
  <cp:category/>
</cp:coreProperties>
</file>