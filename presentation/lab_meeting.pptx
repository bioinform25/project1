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 논문의 핵심 기전을 4단계로 요약. 이후 슬라이드에서 우리가 이 중 어느 지점에 새로운 질문을 던졌는지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3가지는 GitHub 이슈처럼 '아직 안 풀린 질문'으로, 우리가 이미 가진 데이터와 파이프라인으로 직접 검증 가능했습니다.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발견 덕분에 이미 push된 논문의 Discussion 한 문장(recently recruited monocyte-derived)도 실제로 고쳤습니다.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패키지 버그(OmnipathR)는 GitHub 개발버전까지 다 설치해서 확인한 진짜 업스트림 이슈입니다 -- 로컬 문제가 아니었습니다.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S100A8+ 대식세포와 MASLD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CADCFC"/>
                </a:solidFill>
                <a:latin typeface="Cambria"/>
              </a:rPr>
              <a:t>scRNA 기반 Deconvolution으로 다시 본 지방세포 사멸-간 지방축적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원 논문: Guan et al., "Adipocyte death promotes hepatic infiltration of S100A8+ macrophages and steatotic liver disease progression in mice", J Clin Invest 2025;135(21):e190635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3C4"/>
                </a:solidFill>
                <a:latin typeface="Calibri"/>
              </a:rPr>
              <a:t>Lab Meeting  |  bioinform25/project1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원 논문이 밝힌 것: 지방세포 사멸 → S100A8+ 대식세포 → 간 지방축적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2404872"/>
            <a:ext cx="548640" cy="548640"/>
          </a:xfrm>
          <a:prstGeom prst="ellipse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108960"/>
            <a:ext cx="2203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mbria"/>
              </a:rPr>
              <a:t>지방세포 사멸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40480"/>
            <a:ext cx="220370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HFD로 부고환 지방세포가 죽으면서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FFA + 세포외소포(EV) 방출</a:t>
            </a:r>
          </a:p>
        </p:txBody>
      </p:sp>
      <p:sp>
        <p:nvSpPr>
          <p:cNvPr id="8" name="Chevron 7"/>
          <p:cNvSpPr/>
          <p:nvPr/>
        </p:nvSpPr>
        <p:spPr>
          <a:xfrm>
            <a:off x="3163824" y="3566160"/>
            <a:ext cx="182880" cy="411480"/>
          </a:xfrm>
          <a:prstGeom prst="chevro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55848" y="214884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016" y="2404872"/>
            <a:ext cx="548640" cy="548640"/>
          </a:xfrm>
          <a:prstGeom prst="ellipse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3108960"/>
            <a:ext cx="2203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mbria"/>
              </a:rPr>
              <a:t>S100A8+ 대식세포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3840480"/>
            <a:ext cx="220370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FFA/EV가 대식세포·단핵구에서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S100A8 발현을 유도, 간에 축적</a:t>
            </a:r>
          </a:p>
        </p:txBody>
      </p:sp>
      <p:sp>
        <p:nvSpPr>
          <p:cNvPr id="13" name="Chevron 12"/>
          <p:cNvSpPr/>
          <p:nvPr/>
        </p:nvSpPr>
        <p:spPr>
          <a:xfrm>
            <a:off x="5971032" y="3566160"/>
            <a:ext cx="182880" cy="411480"/>
          </a:xfrm>
          <a:prstGeom prst="chevro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63056" y="214884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64224" y="2404872"/>
            <a:ext cx="548640" cy="548640"/>
          </a:xfrm>
          <a:prstGeom prst="ellipse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108960"/>
            <a:ext cx="2203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mbria"/>
              </a:rPr>
              <a:t>CCN3 억제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840480"/>
            <a:ext cx="220370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S100A8+ 대식세포가 CCN3(CD36의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음성조절인자)을 억제</a:t>
            </a:r>
          </a:p>
        </p:txBody>
      </p:sp>
      <p:sp>
        <p:nvSpPr>
          <p:cNvPr id="18" name="Chevron 17"/>
          <p:cNvSpPr/>
          <p:nvPr/>
        </p:nvSpPr>
        <p:spPr>
          <a:xfrm>
            <a:off x="8778240" y="3566160"/>
            <a:ext cx="182880" cy="411480"/>
          </a:xfrm>
          <a:prstGeom prst="chevro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70264" y="214884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71432" y="2404872"/>
            <a:ext cx="548640" cy="548640"/>
          </a:xfrm>
          <a:prstGeom prst="ellipse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108960"/>
            <a:ext cx="22037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mbria"/>
              </a:rPr>
              <a:t>CD36 상승 → 지방축적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3840480"/>
            <a:ext cx="220370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간세포 CD36 발현 상승 →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지방산 흡수 증가 → MASLD 진행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macrophage-specific S100a8 KO(MKO)는 CD36 발현·간 지방축적·혈청 ALT를 낮춤 -- 이 축을 유전학적으로도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사용한 공개 데이터: GSE285614 (bulk) + GSE285615 (scRNA)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5303520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2761"/>
                </a:solidFill>
                <a:latin typeface="Cambria"/>
              </a:rPr>
              <a:t>GSE285614  ·  Bulk RNA-seq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46634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34개 샘플, DESeq2 raw count 포함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–  Axis 1: WT vs Bcl2TG (지방세포사멸 저항), chow 3v3 / HFD 5v5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–  Axis 2: WT vs 대식세포특이 S100a8 KO(MKO), chow 4v5 / HFD 5v4</a:t>
            </a:r>
          </a:p>
          <a:p>
            <a:pPr algn="l" marL="0" indent="-256032"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두 axis는 서로 다른 시퀀싱 배치 -- 절대 풀링하지 않음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0312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3317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1121F"/>
                </a:solidFill>
                <a:latin typeface="Cambria"/>
              </a:rPr>
              <a:t>GSE285615  ·  scRNA-seq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880360"/>
            <a:ext cx="48463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WT_HFD vs TG_HFD 단 2개 샘플 (genotype당 n=1)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–  HFD 4개월, 10x 3' v3.1, 17,031 cells, 14개 세포타입</a:t>
            </a:r>
          </a:p>
          <a:p>
            <a:pPr algn="l" marL="0" indent="-256032"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chow 조건 scRNA는 없음 -- axis-1(HFD)만 대응</a:t>
            </a:r>
          </a:p>
          <a:p>
            <a:pPr algn="l" marL="0" indent="-256032"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MKO axis는 scRNA 자체가 아예 존재하지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핵심 제약: scRNA 참조가 genotype당 n=1 -- subject-variance 기반 방법(MuSiC 등) 대신 marker-gene 기반 deconvolution(BisqueRNA)을 선택한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OUR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원 논문이 안 던진 질문: "세포 구성 자체가 바뀌는가?"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CADCFC"/>
                </a:solidFill>
                <a:latin typeface="Calibri"/>
              </a:rPr>
              <a:t>원 논문은 CD36·CCN3라는 개별 유전자 경로만 bulk DEG로 추적했다. 하지만 이 연구는 bulk와 scRNA를 같은 마우스 코호트에서 함께 갖고 있다 -- 그렇다면 scRNA 참조로 만든 세포타입 시그니처를 bulk 34개 샘플에 역투영해서, "간의 전체 세포구성 자체가 genotype에 따라 바뀌는가"를 직접 물을 수 있지 않을까?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8620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1121F"/>
                </a:solidFill>
                <a:latin typeface="Cambria"/>
              </a:rPr>
              <a:t>1단계 ·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scRNA가 있는 Axis 1(WT vs Bcl2TG)에서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deconvolution 결과가 실제 scRNA ground truth와 같은 방향인지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86200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114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1121F"/>
                </a:solidFill>
                <a:latin typeface="Cambria"/>
              </a:rPr>
              <a:t>2단계 ·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57200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검증된 방법을 scRNA가 없는 Axis 2(MKO)에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적용해 새로운 질문에 답 -- S100a8 손실이 세포구성을 바꾸는가?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방법: Marker-Based Deconvolution (BisqueRNA)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6949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scRNA 참조에서 세포타입별 마커 시그니처 행렬 구축</a:t>
            </a:r>
          </a:p>
          <a:p>
            <a:pPr algn="l" marL="0" indent="-256032">
              <a:lnSpc>
                <a:spcPct val="110000"/>
              </a:lnSpc>
              <a:spcAft>
                <a:spcPts val="1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MuSiC / Bisque ReferenceBasedDecomposition 등 subject-variance 기반 방법은 genotype당 n=1이라 통계적으로 부적절 -&gt; 배제</a:t>
            </a:r>
          </a:p>
          <a:p>
            <a:pPr algn="l" marL="0" indent="-256032">
              <a:lnSpc>
                <a:spcPct val="110000"/>
              </a:lnSpc>
              <a:spcAft>
                <a:spcPts val="1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BisqueRNA::MarkerBasedDecomposition 채택: cross-subject 분산 없이 안정적 세포타입 시그니처만 있으면 적용 가능</a:t>
            </a:r>
          </a:p>
          <a:p>
            <a:pPr algn="l" marL="0" indent="-256032">
              <a:lnSpc>
                <a:spcPct val="110000"/>
              </a:lnSpc>
              <a:spcAft>
                <a:spcPts val="1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34개 bulk 샘플 전체에 시그니처를 투영해 상대적 세포타입 존재비 점수 산출</a:t>
            </a:r>
          </a:p>
          <a:p>
            <a:pPr algn="l" marL="0" indent="-256032">
              <a:lnSpc>
                <a:spcPct val="110000"/>
              </a:lnSpc>
              <a:spcAft>
                <a:spcPts val="1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 이 한계(n=1 scRNA 참조)는 논문에 명시적으로 기술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286000"/>
            <a:ext cx="3794760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mbria"/>
              </a:rPr>
              <a:t>왜 이 방법인가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301752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필요: 세포타입별 마커 유전자 시그니처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불필요: subject 간 분산 추정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결과: 상대적 존재비 점수 (절대 세포수 아님)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RESULTS · FIGURE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S100A8hi_macrophage는 호중구와 완전히 다른 세포다</a:t>
            </a:r>
          </a:p>
        </p:txBody>
      </p:sp>
      <p:pic>
        <p:nvPicPr>
          <p:cNvPr id="4" name="Picture 3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9662"/>
            <a:ext cx="6949440" cy="31588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828800"/>
            <a:ext cx="3794760" cy="44805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2103120"/>
            <a:ext cx="3291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18,167개 세포, 12개 세포타입으로 주석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S100a8/S100a9 양성 세포가 두 개의 완전히 다른 계통으로 분리됨:</a:t>
            </a:r>
          </a:p>
          <a:p>
            <a:pPr algn="l" marL="256032" indent="-256032">
              <a:lnSpc>
                <a:spcPct val="110000"/>
              </a:lnSpc>
              <a:spcAft>
                <a:spcPts val="12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–  S100A8hi_macrophage (Ly6g 음성, 단핵구/대식세포 계통)</a:t>
            </a:r>
          </a:p>
          <a:p>
            <a:pPr algn="l" marL="256032" indent="-256032">
              <a:lnSpc>
                <a:spcPct val="110000"/>
              </a:lnSpc>
              <a:spcAft>
                <a:spcPts val="12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–  Neutrophil (Ly6g/Camp/Ltf/Ngp 양성, 성숙 호중구)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이 둘을 구분하지 않으면 핵심 population이 호중구에 오염됨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RESULTS · FIGURE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1단계 검증: Deconvolution이 실제 scRNA와 같은 방향</a:t>
            </a:r>
          </a:p>
        </p:txBody>
      </p:sp>
      <p:pic>
        <p:nvPicPr>
          <p:cNvPr id="4" name="Picture 3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828800"/>
            <a:ext cx="448056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828800"/>
            <a:ext cx="3794760" cy="44805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2103120"/>
            <a:ext cx="3291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Axis 1 (WT vs Bcl2TG, HFD, n=5/그룹)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Macrophage_Kupffer 존재비: WT &gt; TG (Wilcoxon p=0.012, BH q=0.024, Cohen's d=-2.86)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이는 원 논문의 replicated bulk DESeq2 결과와 방향이 정확히 일치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-&gt; 검증 통과, Axis 2(MKO)에 적용해도 된다는 근거 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RESULTS · FIGURE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E2761"/>
                </a:solidFill>
                <a:latin typeface="Cambria"/>
              </a:rPr>
              <a:t>2단계 적용: MKO는 유의한 세포구성 변화를 보이지 않음</a:t>
            </a:r>
          </a:p>
        </p:txBody>
      </p:sp>
      <p:pic>
        <p:nvPicPr>
          <p:cNvPr id="4" name="Picture 3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0791"/>
            <a:ext cx="6949440" cy="42765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828800"/>
            <a:ext cx="3794760" cy="4480560"/>
          </a:xfrm>
          <a:prstGeom prst="roundRect">
            <a:avLst>
              <a:gd name="adj" fmla="val 6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2103120"/>
            <a:ext cx="3291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S100A8hi_macrophage, Macrophage_Kupffer 모두 WT vs MKO 유의차 없음 (BH q&gt;0.4)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정직하게 보고: "효과 없음"이 아니라 "이 표본크기(n=4-5)로는 못 봄"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사후 power 분석: 이 코호트는 Cohen's d ≥ 2.0-2.4 정도만 검출 가능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1A1A2E"/>
                </a:solidFill>
                <a:latin typeface="Calibri"/>
              </a:rPr>
              <a:t>•  -&gt; null 결과를 과소적합력(underpowered) 문제로 정확히 재해석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RESULTS · FIGURE 4 — 핵심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mbria"/>
              </a:rPr>
              <a:t>일반 대식세포 존재비가, S100A8hi 서브셋이 아니라, 지방생성 유전자와 상관</a:t>
            </a:r>
          </a:p>
        </p:txBody>
      </p:sp>
      <p:pic>
        <p:nvPicPr>
          <p:cNvPr id="4" name="Picture 3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20" y="1965960"/>
            <a:ext cx="4826000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965960"/>
            <a:ext cx="3977639" cy="4343400"/>
          </a:xfrm>
          <a:prstGeom prst="roundRect">
            <a:avLst>
              <a:gd name="adj" fmla="val 6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2240280"/>
            <a:ext cx="3520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34개 bulk 중 19개 HFD 샘플 전체에서:</a:t>
            </a:r>
          </a:p>
          <a:p>
            <a:pPr algn="l" marL="256032" indent="-256032">
              <a:lnSpc>
                <a:spcPct val="110000"/>
              </a:lnSpc>
              <a:spcAft>
                <a:spcPts val="12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–  Macrophage_Kupffer vs Cd36: r=0.74, BH q=0.006</a:t>
            </a:r>
          </a:p>
          <a:p>
            <a:pPr algn="l" marL="256032" indent="-256032">
              <a:lnSpc>
                <a:spcPct val="110000"/>
              </a:lnSpc>
              <a:spcAft>
                <a:spcPts val="12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–  Pparg r=0.75, Scd1 r=0.73, Plin2 r=0.65 (모두 q&lt;0.05)</a:t>
            </a:r>
          </a:p>
          <a:p>
            <a:pPr algn="l" marL="256032" indent="-256032">
              <a:lnSpc>
                <a:spcPct val="110000"/>
              </a:lnSpc>
              <a:spcAft>
                <a:spcPts val="12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–  S100A8hi_macrophage vs Cd36: r=0.11, q=0.76 (무관)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-&gt; 이게 이 연구의 논문 제목이 된 반전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RESULTS · FIGURE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외부 검증: CD45+ 정렬 데이터에선 재현, whole-liver에선 미재현</a:t>
            </a:r>
          </a:p>
        </p:txBody>
      </p:sp>
      <p:pic>
        <p:nvPicPr>
          <p:cNvPr id="4" name="Picture 3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743" y="1874519"/>
            <a:ext cx="5643154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3492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2E"/>
                </a:solidFill>
                <a:latin typeface="Calibri"/>
              </a:rPr>
              <a:t>GSE156057(Remmerie, CD45+ 정렬, SD/WD x 12/24/36주)에서는 3개 클러스터로 재현, diet-dependent 경향. GSE166504(Su, whole-liver, 진짜 생물학적 반복 n=3-8)에서는 이산적 클러스터 대신 연속적 gradient만 관찰 -- 면역세포 정렬(sorting)이 이 population을 해상도 있게 잡아내는 데 핵심적임을 시사.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MANUSCRIPT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1부 결론 및 최종 제목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FFFFFF"/>
                </a:solidFill>
                <a:latin typeface="Cambria"/>
              </a:rPr>
              <a:t>"Cross-Validated Deconvolution Identifies General Hepatic Macrophage Burden, Not an S100A8-Hi Subset, as the Lipogenic-Gene Correlate in Mouse MASLD"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500">
                <a:solidFill>
                  <a:srgbClr val="CADCFC"/>
                </a:solidFill>
                <a:latin typeface="Calibri"/>
              </a:rPr>
              <a:t>•  scRNA-informed deconvolution을 2단계(검증→적용)로 설계해 n=1 scRNA 참조의 한계를 정직하게 다룸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500">
                <a:solidFill>
                  <a:srgbClr val="CADCFC"/>
                </a:solidFill>
                <a:latin typeface="Calibri"/>
              </a:rPr>
              <a:t>•  핵심 발견: 지방생성 유전자와 상관된 것은 S100A8hi 서브셋이 아니라 일반 대식세포/Kupffer 총량 -- 예상을 뒤집는 결과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500">
                <a:solidFill>
                  <a:srgbClr val="CADCFC"/>
                </a:solidFill>
                <a:latin typeface="Calibri"/>
              </a:rPr>
              <a:t>•  MKO axis2의 null 결과를 power 분석으로 올바르게 재해석 (효과 없음 ≠ 검출력 부족)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500">
                <a:solidFill>
                  <a:srgbClr val="CADCFC"/>
                </a:solidFill>
                <a:latin typeface="Calibri"/>
              </a:rPr>
              <a:t>•  독립된 외부 데이터셋 2개로 S100A8hi population 자체의 재현성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PART 2 ·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여기서 더 파본다: 원 논문이 "모른다"고 인정한 3가지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A2E"/>
                </a:solidFill>
                <a:latin typeface="Calibri"/>
              </a:rPr>
              <a:t>원 논문의 Discussion을 직접 읽고, 저자들이 명시적으로 미해결로 남긴 질문 3가지를 골라 같은 GEO 데이터(새 다운로드 없이)로 파고들었다.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Cambria"/>
              </a:rPr>
              <a:t>기원 (Origin)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A1A2E"/>
                </a:solidFill>
                <a:latin typeface="Calibri"/>
              </a:rPr>
              <a:t>S100A8+ 대식세포가 순환 단핵구 모집인지, 이주 전 단핵구 국소유도인지, 상주 대식세포 재프로그래밍인지 "detailed investigations... will be essential"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74320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0632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Cambria"/>
              </a:rPr>
              <a:t>유발인자 (Trigger)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79476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A1A2E"/>
                </a:solidFill>
                <a:latin typeface="Calibri"/>
              </a:rPr>
              <a:t>"It would be interesting to test whether... C/EBP and AP-1" -- 제안만 하고 실제로 테스트하지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74320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0632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Cambria"/>
              </a:rPr>
              <a:t>운명 (Fate)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794760"/>
            <a:ext cx="3063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A1A2E"/>
                </a:solidFill>
                <a:latin typeface="Calibri"/>
              </a:rPr>
              <a:t>HFD 4개월 단일 시점만 봐서, 이 population이 안정 상태인지 다른 상태로 성숙하는 전이 상태인지 전혀 모름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MODULE 1 · ORIGIN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E2761"/>
                </a:solidFill>
                <a:latin typeface="Cambria"/>
              </a:rPr>
              <a:t>"Macrophage_Kupffer"는 사실 하나의 세포집단이 아니었다</a:t>
            </a:r>
          </a:p>
        </p:txBody>
      </p:sp>
      <p:pic>
        <p:nvPicPr>
          <p:cNvPr id="4" name="Picture 3" descr="13_origin_marker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6949440" cy="3474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828800"/>
            <a:ext cx="3794760" cy="4480560"/>
          </a:xfrm>
          <a:prstGeom prst="roundRect">
            <a:avLst>
              <a:gd name="adj" fmla="val 6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2103120"/>
            <a:ext cx="3291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문헌기반 monocyte-recruitment(Ccr2 등) vs resident-Kupffer(Clec4f 등) 시그니처로 sanity check 하다가 발견</a:t>
            </a:r>
          </a:p>
          <a:p>
            <a:pPr algn="l" marL="0" indent="-256032"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합쳐졌던 "Macrophage_Kupffer" 4개 서브클러스터를 분리해보니: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–  클러스터 18: 진짜 상주 Kupffer (Clec4f 99.7%, Ccr2 7%)</a:t>
            </a:r>
          </a:p>
          <a:p>
            <a:pPr algn="l" marL="256032" indent="-256032"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–  클러스터 5+11 (전체의 67%): Ccr2-high 단핵구유래/LAM-유사</a:t>
            </a:r>
          </a:p>
          <a:p>
            <a:pPr algn="l" marL="0" indent="-256032">
              <a:lnSpc>
                <a:spcPct val="110000"/>
              </a:lnSpc>
              <a:spcAft>
                <a:spcPts val="10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-&gt; 원래 라벨을 Kupffer_resident vs Macrophage_MoMF_LAM으로 재분리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MODULE 1 · ORIGIN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S100A8hi_macrophage는 고전적 Ccr2 모집 시그니처도 아니다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65960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48740"/>
                <a:gridCol w="1348740"/>
                <a:gridCol w="1348740"/>
                <a:gridCol w="134874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S100A8hi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Kupffer_resident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MoMF_LAM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Neutrophil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Ccr2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14.5%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76.6%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Clec4f</a:t>
                      </a:r>
                    </a:p>
                  </a:txBody>
                  <a:tcPr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17.8%</a:t>
                      </a:r>
                    </a:p>
                  </a:txBody>
                  <a:tcPr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70.3%</a:t>
                      </a:r>
                    </a:p>
                  </a:txBody>
                  <a:tcPr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20.6%</a:t>
                      </a:r>
                    </a:p>
                  </a:txBody>
                  <a:tcPr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11.0%</a:t>
                      </a:r>
                    </a:p>
                  </a:txBody>
                  <a:tcPr anchor="ctr">
                    <a:solidFill>
                      <a:srgbClr val="F3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Trem2 / Gpnmb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0.9% / 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20.6% / 10.1%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52.5% / 30.0%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2.2% / 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617720"/>
            <a:ext cx="6949440" cy="1737360"/>
          </a:xfrm>
          <a:prstGeom prst="roundRect">
            <a:avLst>
              <a:gd name="adj" fmla="val 6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6400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S100A8hi는 Ccr2가 가장 낮은 그룹 -- "최근 모집된 단핵구"라는 배제법 추론과 정반대. LAM(Trem2/Gpnmb)도, 상주 Kupffer(Clec4f)도 아니고, 고전적 단핵구 모집 시그니처도 없음.</a:t>
            </a:r>
          </a:p>
        </p:txBody>
      </p:sp>
      <p:pic>
        <p:nvPicPr>
          <p:cNvPr id="7" name="Picture 6" descr="15_fate_umap_lam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555045"/>
            <a:ext cx="3794760" cy="321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MODULE 2 ·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E2761"/>
                </a:solidFill>
                <a:latin typeface="Cambria"/>
              </a:rPr>
              <a:t>C/EBP·AP-1이 S100A8 유도의 열쇠라는 가설, 지지 안 됨</a:t>
            </a:r>
          </a:p>
        </p:txBody>
      </p:sp>
      <p:pic>
        <p:nvPicPr>
          <p:cNvPr id="4" name="Picture 3" descr="14_tf_bulk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7895"/>
            <a:ext cx="6949440" cy="44223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828800"/>
            <a:ext cx="3794760" cy="448056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2103120"/>
            <a:ext cx="3291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9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•  원 논문 Discussion: "C/EBP나 AP-1을 테스트해보면 흥미로울 것" (실제 테스트는 안 함)</a:t>
            </a:r>
          </a:p>
          <a:p>
            <a:pPr algn="l" marL="0" indent="-256032">
              <a:lnSpc>
                <a:spcPct val="110000"/>
              </a:lnSpc>
              <a:spcAft>
                <a:spcPts val="9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•  decoupleR + CollecTRI/DoRothEA 정식 TF activity inference 시도 -&gt; OmnipathR 공식 미해결 버그로 실패 (GitHub 이슈 #128, #121 확인)</a:t>
            </a:r>
          </a:p>
          <a:p>
            <a:pPr algn="l" marL="0" indent="-256032">
              <a:lnSpc>
                <a:spcPct val="110000"/>
              </a:lnSpc>
              <a:spcAft>
                <a:spcPts val="9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•  대안: TF mRNA 발현을 직접 대리지표로 사용</a:t>
            </a:r>
          </a:p>
          <a:p>
            <a:pPr algn="l" marL="0" indent="-256032">
              <a:lnSpc>
                <a:spcPct val="110000"/>
              </a:lnSpc>
              <a:spcAft>
                <a:spcPts val="9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•  결과: bulk 34샘플 중 BH q&lt;0.05 도달한 TF 없음</a:t>
            </a:r>
          </a:p>
          <a:p>
            <a:pPr algn="l" marL="0" indent="-256032">
              <a:lnSpc>
                <a:spcPct val="110000"/>
              </a:lnSpc>
              <a:spcAft>
                <a:spcPts val="9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•  scRNA: Cebpa가 오히려 S100A8hi에서 가장 낮음 (4.4%, MoMF_LAM은 51.1%) -- 가설과 정반대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MODULE 3 · FATE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S100A8hi는 단핵구→Kupffer 분화 궤적과 분리된 독립 상태</a:t>
            </a:r>
          </a:p>
        </p:txBody>
      </p:sp>
      <p:pic>
        <p:nvPicPr>
          <p:cNvPr id="4" name="Picture 3" descr="15_fate_umap_ori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21477"/>
            <a:ext cx="5212080" cy="409520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89320" y="1965960"/>
          <a:ext cx="563270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161288"/>
                <a:gridCol w="1161288"/>
                <a:gridCol w="116128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자기그룹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S100A8hi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Kupffer_res.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MoMF_LAM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A1A2E"/>
                          </a:solidFill>
                          <a:latin typeface="Calibri"/>
                        </a:rPr>
                        <a:t>S100A8hi_macrophage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96.2%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A1A2E"/>
                          </a:solidFill>
                          <a:latin typeface="Calibri"/>
                        </a:rPr>
                        <a:t>Kupffer_resident</a:t>
                      </a:r>
                    </a:p>
                  </a:txBody>
                  <a:tcPr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 anchor="ctr"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A1A2E"/>
                          </a:solidFill>
                          <a:latin typeface="Calibri"/>
                        </a:rPr>
                        <a:t>Macrophage_MoMF_LAM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97.0%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89320" y="4160520"/>
            <a:ext cx="5623560" cy="2194560"/>
          </a:xfrm>
          <a:prstGeom prst="roundRect">
            <a:avLst>
              <a:gd name="adj" fmla="val 6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4370832"/>
            <a:ext cx="5120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각 세포의 PCA 최근접이웃 30개 구성. S100A8hi는 96.2% 자기그룹 이웃(고립된 독립 상태). 반면 Kupffer_resident ↔ MoMF_LAM은 7.3%/2.6% 서로 섞임 -- 이는 문헌상 알려진 단핵구→Kupffer 분화 연속체와 일치. S100A8hi는 이 궤적 위의 한 지점이 아니라는 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세 모듈이 수렴하는 하나의 그림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0487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1121F"/>
                </a:solidFill>
                <a:latin typeface="Cambria"/>
              </a:rPr>
              <a:t>기원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42316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고전적 Ccr2-의존 단핵구 모집 시그니처가 없음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8328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63931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1121F"/>
                </a:solidFill>
                <a:latin typeface="Cambria"/>
              </a:rPr>
              <a:t>유발인자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65760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C/EBP·AP-1 어느 쪽으로도 깔끔히 설명 안 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1772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87375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1121F"/>
                </a:solidFill>
                <a:latin typeface="Cambria"/>
              </a:rPr>
              <a:t>운명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89204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단핵구→Kupffer/LAM 분화 궤적과 전사체적으로 분리됨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ADCFC"/>
                </a:solidFill>
                <a:latin typeface="Calibri"/>
              </a:rPr>
              <a:t>원 논문이 "아마 최근 모집된 단핵구겠지"라고 배제법으로 넘겼던 이 population은, 실제로는 아직 이름 붙지 않은 독립적인 급성 반응 상태에 가깝다.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121F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한계와 다음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scRNA 참조가 genotype당 n=1 (사람이 아니라 이 프로젝트의 근본 제약)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GSE156057 구성비 시계열은 diet당 timepoint 3개뿐 -- 방향성만, 통계 불가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TF 활성도는 정식 activity inference가 아니라 mRNA 발현 대리지표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MKO axis2는 여전히 underpowered (Cohen's d ≥ 2.0-2.4만 검출)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92024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1121F"/>
                </a:solidFill>
                <a:latin typeface="Cambria"/>
              </a:rPr>
              <a:t>다음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OmnipathR 버그 패치되면 정식 TF activity inference 재시도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더 큰 MKO 코호트로 재분석 (현재 검출력 한계 극복)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S100A8hi_macrophage 고유 리간드-수용체 신호 (CellChat, 이미 설치됨) 탐색</a:t>
            </a:r>
          </a:p>
          <a:p>
            <a:pPr algn="l" marL="0" indent="-256032"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Neutrophil/Mast_cell 등 axis2에서 큰 효과크기 보인 세포타입 후속 추적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CADCFC"/>
                </a:solidFill>
                <a:latin typeface="Cambria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3C4"/>
                </a:solidFill>
                <a:latin typeface="Calibri"/>
              </a:rPr>
              <a:t>bioinform25/project1  |  전체 코드·데이터·수치는 manuscript.docx / supplemental_data.docx 참조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